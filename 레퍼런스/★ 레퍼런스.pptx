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658" r:id="rId16"/>
    <p:sldId id="666" r:id="rId17"/>
    <p:sldId id="665" r:id="rId18"/>
    <p:sldId id="664" r:id="rId19"/>
    <p:sldId id="66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9"/>
    <a:srgbClr val="FEF2EE"/>
    <a:srgbClr val="FEFEFE"/>
    <a:srgbClr val="4D4F53"/>
    <a:srgbClr val="F8BF30"/>
    <a:srgbClr val="FD0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98EE4-9722-4465-AE92-23A5FDE009C6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64EDD-7910-4F54-AFD7-C9DE98007C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45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88B-7A4B-E340-AEDA-BD027C826C1B}" type="slidenum">
              <a:rPr lang="en-US" altLang="ko-KR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3728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72159-EF59-69D9-5295-BF426C6F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871522-F80B-810D-B992-5FC1353B6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64D48F-65A9-F2CC-C2F4-580FD817C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BBB76-9E07-7F4B-0A82-678395544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88B-7A4B-E340-AEDA-BD027C826C1B}" type="slidenum">
              <a:rPr lang="en-US" altLang="ko-KR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429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F58F-ABD5-DF0D-B5F9-F4CE7916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3AA6FD-B45B-3370-5CA1-AABE65DAD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6DBEE4-2058-4D8A-2949-B4C94C9B2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D5DBD-30DC-A47C-46B2-9ABC76FD6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88B-7A4B-E340-AEDA-BD027C826C1B}" type="slidenum">
              <a:rPr lang="en-US" altLang="ko-KR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0758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AD09-F7F4-7C13-555E-29430159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2209A2-813D-AE07-9E39-2483337FC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8C79ED-F867-56FF-5E58-F2131E184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D7B3F-93CF-C4DD-7271-BB6635DAD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0B88B-7A4B-E340-AEDA-BD027C826C1B}" type="slidenum">
              <a:rPr lang="en-US" altLang="ko-KR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567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299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6" orient="horz" pos="1162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710">
          <p15:clr>
            <a:srgbClr val="FBAE40"/>
          </p15:clr>
        </p15:guide>
        <p15:guide id="9" pos="69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F0DB4-31C7-44F7-CC3A-C754886AE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BB4000-4288-064E-6D7A-802CFD85D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447AD2-1D5B-48B4-2A42-B5AB7B1D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765E74-1FBD-56A8-AE48-1C01BB29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A7B857-6602-2E0A-9F0B-4538BB28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8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ECBBA-408F-D81D-56D9-4186FC00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F4706-BEB7-59F7-8720-552F21453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D2746E-5C26-08E9-FE5C-1E6EA2BF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77E70-CFF2-CE29-27B1-4ABF78F9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1CA6BF-A070-905F-EB5E-355809F4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22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A9E-C7B5-1BB1-E461-B7D5589C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8B6E2E-1CD2-7FF1-7637-0EB35A49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9FEC4A-167B-C400-A01B-837DF67F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62984-CAAA-3B2E-A691-85ACF9BF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107987-4DAF-4CFB-C8B6-0C857B34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20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11F10-56A5-6FCA-CF62-7B48C9FE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1278F8-497F-081B-12F3-978201DFA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384712-5472-C7B8-5532-1E5F3F714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181EEB-371C-2124-26E9-BFBF311C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6C9DCF-F3AC-5C45-A02F-051349BC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DDF9DE-93B5-9A48-D1CA-614F1E30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71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3FC8A-AE10-9218-62C2-095F9683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914EF-AAD0-9C7D-FACB-FCE1FBB69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4C05E5-B28B-154D-00E9-3921F6D15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675C76-8B0B-2478-8590-F3EB03194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666E6B-A5A6-B45F-4818-336211CF3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3E4FC4-F5CE-F91E-172B-56A4EC0FD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F007C1-D30F-DB05-F78F-35C3A4BB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50DA3A-5037-4F73-6624-7A26B88E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97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24F6D-4B97-4558-6CC7-D04D6E80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7B2D00-5F41-FCF9-6705-61F5D8E7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4A8993-05B3-E4C4-22DA-024C93DD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C005D5-0AB2-2704-D464-C71EAE53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76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B86562-BDBB-EE12-72B7-0107A74FC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F3AA16-75AA-0EE1-E211-3EE1C771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44528-023C-2FCF-C2B0-9F5E1E76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41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33836-6E04-2116-677C-0C464C8B5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4813B-627D-7E6F-3271-F080E4594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084284-3465-42EB-60BE-954FFDDE4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E227A4-76FE-8FC3-CA26-45667EE6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85861-5E77-46CA-1F86-FC9F3510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164AAA-65A6-E9AA-3DF2-82198C15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5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4D6FB-B5B4-CE47-02A5-A6FC8252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AE2F00-1B92-FFA5-7B5F-2A58D69E9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0B26C4-78C0-2158-47CE-76207AD12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523111-3E6A-1C71-C361-2F22B1C2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49C824-A6C7-F78E-190A-C69F4428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1E6A8C-86AF-2202-0007-E81488C4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54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5B182-5196-1E33-054A-CCC9F5A8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8BE1DC-11C9-4FEE-320D-66103C73A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1F38A8-3FEA-BD32-C409-FAA4FF13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072E30-B1E3-2F41-B364-5500D2FA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5684AD-FFD7-6B75-97E4-36213981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28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CA4887-7AA3-C714-69DE-0CEAE83E7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4F44EF-8AC5-400C-3321-B96ABD000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8AB78D-915E-F315-CA7A-D44554CC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B8C40-717D-4618-EF1D-EEAD4082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91200-08D1-DF22-80E1-F53A3496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30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DEAE466-DE00-2445-88B6-B493CAA6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08D458-9F28-AF63-0583-536AC24A9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24E486-DAFC-FFC0-F407-BD01C7B9A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9906A-62A4-4685-A738-395A78A15ECF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99FC9-27E0-4FC8-DAB4-65BB37178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2A82D-8209-86CA-D70C-83D7BCD3D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BA693-8AC9-4576-9972-1942FB4567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9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52A94BB-0971-0404-46F1-04F728E6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90" y="857827"/>
            <a:ext cx="6862619" cy="51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6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C48ECD9-2AE9-7A28-E9B0-8347C0239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393" y="857827"/>
            <a:ext cx="4173214" cy="51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7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8080-5B83-8E62-5222-CB38B639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6CF379D-B0F8-27A5-27A6-6801FAE7D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050059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BD2C-D688-7B2B-9701-2E988465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7A0BE10-FD5F-19D4-52B2-B6F4CD0D8560}"/>
              </a:ext>
            </a:extLst>
          </p:cNvPr>
          <p:cNvSpPr txBox="1"/>
          <p:nvPr/>
        </p:nvSpPr>
        <p:spPr>
          <a:xfrm>
            <a:off x="612250" y="492980"/>
            <a:ext cx="341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함께 이룬 성과</a:t>
            </a:r>
            <a:r>
              <a:rPr lang="en-US" altLang="ko-KR" dirty="0"/>
              <a:t>, </a:t>
            </a:r>
            <a:r>
              <a:rPr lang="ko-KR" altLang="en-US" dirty="0"/>
              <a:t>함께 여는 미래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F4F56-3482-872A-AEBD-72A2791AB293}"/>
              </a:ext>
            </a:extLst>
          </p:cNvPr>
          <p:cNvSpPr txBox="1"/>
          <p:nvPr/>
        </p:nvSpPr>
        <p:spPr>
          <a:xfrm>
            <a:off x="612250" y="1272208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교직원을 위한 감사콘서트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C0EA3D-59F2-8093-5E01-2EB48DE79CAE}"/>
              </a:ext>
            </a:extLst>
          </p:cNvPr>
          <p:cNvSpPr txBox="1"/>
          <p:nvPr/>
        </p:nvSpPr>
        <p:spPr>
          <a:xfrm>
            <a:off x="612250" y="2051435"/>
            <a:ext cx="161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LUCKY DRAW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53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포함된 내용: Squid Game Costume Outfits">
            <a:extLst>
              <a:ext uri="{FF2B5EF4-FFF2-40B4-BE49-F238E27FC236}">
                <a16:creationId xmlns:a16="http://schemas.microsoft.com/office/drawing/2014/main" id="{54463425-1952-E734-F6CE-27AFF56EA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9" y="0"/>
            <a:ext cx="3859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스토리 핀 이미지">
            <a:extLst>
              <a:ext uri="{FF2B5EF4-FFF2-40B4-BE49-F238E27FC236}">
                <a16:creationId xmlns:a16="http://schemas.microsoft.com/office/drawing/2014/main" id="{DA0A7688-3C70-3581-04B7-25E4FDFFF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719" y="0"/>
            <a:ext cx="3859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스토리 핀 이미지">
            <a:extLst>
              <a:ext uri="{FF2B5EF4-FFF2-40B4-BE49-F238E27FC236}">
                <a16:creationId xmlns:a16="http://schemas.microsoft.com/office/drawing/2014/main" id="{1C953DE2-01FC-C350-3CCE-2986E8242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19" y="190500"/>
            <a:ext cx="485775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A05E21C-7431-C560-6AB0-15B2EB499F97}"/>
              </a:ext>
            </a:extLst>
          </p:cNvPr>
          <p:cNvSpPr/>
          <p:nvPr/>
        </p:nvSpPr>
        <p:spPr>
          <a:xfrm>
            <a:off x="5484976" y="8074687"/>
            <a:ext cx="3859213" cy="1967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7EF808-450F-984D-7C3D-AE9B9620D45A}"/>
              </a:ext>
            </a:extLst>
          </p:cNvPr>
          <p:cNvSpPr/>
          <p:nvPr/>
        </p:nvSpPr>
        <p:spPr>
          <a:xfrm>
            <a:off x="7924819" y="5307724"/>
            <a:ext cx="4857750" cy="1359776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71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포함된 내용: Squid Game Costume Outfits">
            <a:extLst>
              <a:ext uri="{FF2B5EF4-FFF2-40B4-BE49-F238E27FC236}">
                <a16:creationId xmlns:a16="http://schemas.microsoft.com/office/drawing/2014/main" id="{796D1CCD-1D50-F2AE-7CAD-E691266D9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9" y="0"/>
            <a:ext cx="3859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A1EDC19-3B2B-2C38-5E45-FA208A0E0D96}"/>
              </a:ext>
            </a:extLst>
          </p:cNvPr>
          <p:cNvSpPr/>
          <p:nvPr/>
        </p:nvSpPr>
        <p:spPr>
          <a:xfrm>
            <a:off x="40618" y="4890052"/>
            <a:ext cx="3859213" cy="196794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DBBFD-FA0F-2E9F-EC7B-F11E9E6CD1D9}"/>
              </a:ext>
            </a:extLst>
          </p:cNvPr>
          <p:cNvSpPr/>
          <p:nvPr/>
        </p:nvSpPr>
        <p:spPr>
          <a:xfrm>
            <a:off x="40618" y="4890052"/>
            <a:ext cx="3859213" cy="1967948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6" descr="스토리 핀 이미지">
            <a:extLst>
              <a:ext uri="{FF2B5EF4-FFF2-40B4-BE49-F238E27FC236}">
                <a16:creationId xmlns:a16="http://schemas.microsoft.com/office/drawing/2014/main" id="{48AFCBFA-22A5-7498-62A5-75ED4B195E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20"/>
          <a:stretch>
            <a:fillRect/>
          </a:stretch>
        </p:blipFill>
        <p:spPr bwMode="auto">
          <a:xfrm>
            <a:off x="5686115" y="190500"/>
            <a:ext cx="4857750" cy="518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01A2BD-ECEB-5E12-86B7-AB8A022C2E50}"/>
              </a:ext>
            </a:extLst>
          </p:cNvPr>
          <p:cNvSpPr txBox="1"/>
          <p:nvPr/>
        </p:nvSpPr>
        <p:spPr>
          <a:xfrm>
            <a:off x="6589986" y="3563007"/>
            <a:ext cx="293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잠시 후 </a:t>
            </a:r>
            <a:r>
              <a:rPr lang="ko-KR" altLang="en-US" dirty="0" err="1">
                <a:solidFill>
                  <a:schemeClr val="bg1"/>
                </a:solidFill>
              </a:rPr>
              <a:t>행운권</a:t>
            </a:r>
            <a:r>
              <a:rPr lang="ko-KR" altLang="en-US" dirty="0">
                <a:solidFill>
                  <a:schemeClr val="bg1"/>
                </a:solidFill>
              </a:rPr>
              <a:t> 추첨이 있겠습니다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44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9ACC888-C51B-BDC6-E6CE-80B92C905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67"/>
          <a:stretch>
            <a:fillRect/>
          </a:stretch>
        </p:blipFill>
        <p:spPr>
          <a:xfrm>
            <a:off x="3316863" y="309880"/>
            <a:ext cx="5558274" cy="598932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3536AEF-117E-00D3-3859-6BB2953A2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653" y="2132224"/>
            <a:ext cx="4286450" cy="11723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3AE7C16-C9D6-A329-106B-9E2C62C27032}"/>
              </a:ext>
            </a:extLst>
          </p:cNvPr>
          <p:cNvSpPr txBox="1"/>
          <p:nvPr/>
        </p:nvSpPr>
        <p:spPr>
          <a:xfrm>
            <a:off x="200304" y="5091764"/>
            <a:ext cx="311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OO</a:t>
            </a:r>
            <a:r>
              <a:rPr lang="ko-KR" altLang="en-US" dirty="0"/>
              <a:t>백화점 상품권 </a:t>
            </a:r>
            <a:r>
              <a:rPr lang="en-US" altLang="ko-KR" dirty="0"/>
              <a:t>10</a:t>
            </a:r>
            <a:r>
              <a:rPr lang="ko-KR" altLang="en-US" dirty="0" err="1"/>
              <a:t>만원권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972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2653634-9CCE-A999-AF04-D94A0870065C}"/>
              </a:ext>
            </a:extLst>
          </p:cNvPr>
          <p:cNvSpPr txBox="1"/>
          <p:nvPr/>
        </p:nvSpPr>
        <p:spPr>
          <a:xfrm>
            <a:off x="-380732" y="3815659"/>
            <a:ext cx="1681902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0" dirty="0">
                <a:solidFill>
                  <a:schemeClr val="bg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행운의 경품 추첨</a:t>
            </a:r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A8B480BE-BC1D-006D-8862-CB5F4FF52E8F}"/>
              </a:ext>
            </a:extLst>
          </p:cNvPr>
          <p:cNvSpPr/>
          <p:nvPr/>
        </p:nvSpPr>
        <p:spPr>
          <a:xfrm rot="10800000">
            <a:off x="7010400" y="4486308"/>
            <a:ext cx="914400" cy="914400"/>
          </a:xfrm>
          <a:prstGeom prst="rtTriangle">
            <a:avLst/>
          </a:prstGeom>
          <a:noFill/>
          <a:ln w="254000">
            <a:solidFill>
              <a:srgbClr val="FD00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458BA3D-FF96-F369-50A5-B560DE7A5A74}"/>
              </a:ext>
            </a:extLst>
          </p:cNvPr>
          <p:cNvSpPr/>
          <p:nvPr/>
        </p:nvSpPr>
        <p:spPr>
          <a:xfrm>
            <a:off x="-177800" y="4809067"/>
            <a:ext cx="914400" cy="914400"/>
          </a:xfrm>
          <a:prstGeom prst="ellipse">
            <a:avLst/>
          </a:prstGeom>
          <a:noFill/>
          <a:ln w="254000">
            <a:solidFill>
              <a:srgbClr val="FD00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1E2326-572A-3CB2-4F01-C60F2F975BB3}"/>
              </a:ext>
            </a:extLst>
          </p:cNvPr>
          <p:cNvSpPr/>
          <p:nvPr/>
        </p:nvSpPr>
        <p:spPr>
          <a:xfrm>
            <a:off x="14947899" y="5723467"/>
            <a:ext cx="914400" cy="914400"/>
          </a:xfrm>
          <a:prstGeom prst="rect">
            <a:avLst/>
          </a:prstGeom>
          <a:noFill/>
          <a:ln w="254000">
            <a:solidFill>
              <a:srgbClr val="FD00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830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FCDB4B-307B-63E4-2F57-27244A9A18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50CFD39-A68B-F573-C126-A085EE9F8DF0}"/>
              </a:ext>
            </a:extLst>
          </p:cNvPr>
          <p:cNvGrpSpPr/>
          <p:nvPr/>
        </p:nvGrpSpPr>
        <p:grpSpPr>
          <a:xfrm>
            <a:off x="-1328286" y="-269507"/>
            <a:ext cx="14848573" cy="6035041"/>
            <a:chOff x="-1309035" y="-269507"/>
            <a:chExt cx="14848573" cy="6035041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C57A32C8-000D-22BE-8CA7-FC96AD29E531}"/>
                </a:ext>
              </a:extLst>
            </p:cNvPr>
            <p:cNvSpPr/>
            <p:nvPr/>
          </p:nvSpPr>
          <p:spPr>
            <a:xfrm>
              <a:off x="-1309035" y="-269506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1EE99A6-5790-BDFE-479D-C599C9ADFCB5}"/>
                </a:ext>
              </a:extLst>
            </p:cNvPr>
            <p:cNvSpPr/>
            <p:nvPr/>
          </p:nvSpPr>
          <p:spPr>
            <a:xfrm flipH="1">
              <a:off x="10199572" y="-269507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Freeform 2">
            <a:extLst>
              <a:ext uri="{FF2B5EF4-FFF2-40B4-BE49-F238E27FC236}">
                <a16:creationId xmlns:a16="http://schemas.microsoft.com/office/drawing/2014/main" id="{2897495D-1695-4D41-2ED8-A2914947D8AD}"/>
              </a:ext>
            </a:extLst>
          </p:cNvPr>
          <p:cNvSpPr/>
          <p:nvPr/>
        </p:nvSpPr>
        <p:spPr>
          <a:xfrm>
            <a:off x="7735502" y="9608836"/>
            <a:ext cx="3285424" cy="1572896"/>
          </a:xfrm>
          <a:custGeom>
            <a:avLst/>
            <a:gdLst/>
            <a:ahLst/>
            <a:cxnLst/>
            <a:rect l="l" t="t" r="r" b="b"/>
            <a:pathLst>
              <a:path w="5759272" h="2757251">
                <a:moveTo>
                  <a:pt x="0" y="0"/>
                </a:moveTo>
                <a:lnTo>
                  <a:pt x="5759272" y="0"/>
                </a:lnTo>
                <a:lnTo>
                  <a:pt x="5759272" y="2757252"/>
                </a:lnTo>
                <a:lnTo>
                  <a:pt x="0" y="2757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FB315E0F-A6FA-6F30-9257-24E67866C068}"/>
              </a:ext>
            </a:extLst>
          </p:cNvPr>
          <p:cNvSpPr/>
          <p:nvPr/>
        </p:nvSpPr>
        <p:spPr>
          <a:xfrm>
            <a:off x="5386939" y="8059826"/>
            <a:ext cx="5094972" cy="1133632"/>
          </a:xfrm>
          <a:custGeom>
            <a:avLst/>
            <a:gdLst/>
            <a:ahLst/>
            <a:cxnLst/>
            <a:rect l="l" t="t" r="r" b="b"/>
            <a:pathLst>
              <a:path w="12096000" h="2691360">
                <a:moveTo>
                  <a:pt x="0" y="0"/>
                </a:moveTo>
                <a:lnTo>
                  <a:pt x="12096000" y="0"/>
                </a:lnTo>
                <a:lnTo>
                  <a:pt x="12096000" y="2691360"/>
                </a:lnTo>
                <a:lnTo>
                  <a:pt x="0" y="2691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F87BEF-481D-7647-8DDE-3C2A90AC9503}"/>
              </a:ext>
            </a:extLst>
          </p:cNvPr>
          <p:cNvSpPr txBox="1"/>
          <p:nvPr/>
        </p:nvSpPr>
        <p:spPr>
          <a:xfrm>
            <a:off x="3551233" y="2557414"/>
            <a:ext cx="50895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rgbClr val="F8BF30"/>
                </a:solidFill>
                <a:latin typeface="Kozuka Mincho Pro M" panose="02020600000000000000" pitchFamily="18" charset="-128"/>
                <a:ea typeface="Kozuka Mincho Pro M" panose="02020600000000000000" pitchFamily="18" charset="-128"/>
              </a:rPr>
              <a:t>LUCKY DRAW</a:t>
            </a:r>
            <a:endParaRPr lang="ko-KR" altLang="en-US" sz="6000" dirty="0">
              <a:solidFill>
                <a:srgbClr val="F8BF30"/>
              </a:solidFill>
              <a:latin typeface="Kozuka Mincho Pro M" panose="02020600000000000000" pitchFamily="18" charset="-128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2666C8C-DC10-077F-1C92-C11365F6BDF7}"/>
              </a:ext>
            </a:extLst>
          </p:cNvPr>
          <p:cNvGrpSpPr/>
          <p:nvPr/>
        </p:nvGrpSpPr>
        <p:grpSpPr>
          <a:xfrm>
            <a:off x="3493365" y="1136066"/>
            <a:ext cx="5205271" cy="872204"/>
            <a:chOff x="4462356" y="1136066"/>
            <a:chExt cx="5205271" cy="8722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F483F9-B78A-333E-87B4-149F1093E2FA}"/>
                </a:ext>
              </a:extLst>
            </p:cNvPr>
            <p:cNvSpPr txBox="1"/>
            <p:nvPr/>
          </p:nvSpPr>
          <p:spPr>
            <a:xfrm>
              <a:off x="4462356" y="1136066"/>
              <a:ext cx="52052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</a:rPr>
                <a:t>함께 이룬 성과</a:t>
              </a:r>
              <a:r>
                <a:rPr lang="en-US" altLang="ko-KR" sz="2800" dirty="0">
                  <a:solidFill>
                    <a:schemeClr val="bg1"/>
                  </a:solidFill>
                </a:rPr>
                <a:t>, </a:t>
              </a:r>
              <a:r>
                <a:rPr lang="ko-KR" altLang="en-US" sz="2800" dirty="0">
                  <a:solidFill>
                    <a:schemeClr val="bg1"/>
                  </a:solidFill>
                </a:rPr>
                <a:t>함께 여는 미래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9701D2-3A71-8648-0460-22F3C5D0F5F1}"/>
                </a:ext>
              </a:extLst>
            </p:cNvPr>
            <p:cNvSpPr txBox="1"/>
            <p:nvPr/>
          </p:nvSpPr>
          <p:spPr>
            <a:xfrm>
              <a:off x="5621327" y="1638938"/>
              <a:ext cx="28873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교직원을 위한 감사콘서트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73B90CE-1D3C-BEAB-0B72-C98ED030DDD1}"/>
              </a:ext>
            </a:extLst>
          </p:cNvPr>
          <p:cNvSpPr txBox="1"/>
          <p:nvPr/>
        </p:nvSpPr>
        <p:spPr>
          <a:xfrm>
            <a:off x="6757743" y="8406403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OO</a:t>
            </a:r>
            <a:r>
              <a:rPr lang="ko-KR" altLang="en-US" dirty="0"/>
              <a:t>백화점 상품권</a:t>
            </a:r>
            <a:r>
              <a:rPr lang="en-US" altLang="ko-KR" dirty="0"/>
              <a:t>(10</a:t>
            </a:r>
            <a:r>
              <a:rPr lang="ko-KR" altLang="en-US" dirty="0" err="1"/>
              <a:t>만원권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BCE460D-B691-113B-32BA-BE4B7A017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14049" y="7364500"/>
            <a:ext cx="4848276" cy="68580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7780CC-9D32-F052-2595-F73E62FDF41E}"/>
              </a:ext>
            </a:extLst>
          </p:cNvPr>
          <p:cNvGrpSpPr/>
          <p:nvPr/>
        </p:nvGrpSpPr>
        <p:grpSpPr>
          <a:xfrm>
            <a:off x="2807368" y="4159299"/>
            <a:ext cx="6577265" cy="1572896"/>
            <a:chOff x="2807368" y="4159299"/>
            <a:chExt cx="6577265" cy="157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518AAEA-2A55-3554-2779-85BC55A6938C}"/>
                </a:ext>
              </a:extLst>
            </p:cNvPr>
            <p:cNvGrpSpPr/>
            <p:nvPr/>
          </p:nvGrpSpPr>
          <p:grpSpPr>
            <a:xfrm>
              <a:off x="2807368" y="4159299"/>
              <a:ext cx="6577265" cy="1572896"/>
              <a:chOff x="2938913" y="4159299"/>
              <a:chExt cx="6577265" cy="1572896"/>
            </a:xfrm>
          </p:grpSpPr>
          <p:sp>
            <p:nvSpPr>
              <p:cNvPr id="17" name="Freeform 2">
                <a:extLst>
                  <a:ext uri="{FF2B5EF4-FFF2-40B4-BE49-F238E27FC236}">
                    <a16:creationId xmlns:a16="http://schemas.microsoft.com/office/drawing/2014/main" id="{2BA823F7-E36E-C7AC-1828-B100177ACC3E}"/>
                  </a:ext>
                </a:extLst>
              </p:cNvPr>
              <p:cNvSpPr/>
              <p:nvPr/>
            </p:nvSpPr>
            <p:spPr>
              <a:xfrm>
                <a:off x="293891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8" name="Freeform 2">
                <a:extLst>
                  <a:ext uri="{FF2B5EF4-FFF2-40B4-BE49-F238E27FC236}">
                    <a16:creationId xmlns:a16="http://schemas.microsoft.com/office/drawing/2014/main" id="{79CB6E14-BDEB-DADB-6372-1C28360E7EF6}"/>
                  </a:ext>
                </a:extLst>
              </p:cNvPr>
              <p:cNvSpPr/>
              <p:nvPr/>
            </p:nvSpPr>
            <p:spPr>
              <a:xfrm>
                <a:off x="871407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C7170CF-F4F3-31E9-3118-ED3498D073F7}"/>
                </a:ext>
              </a:extLst>
            </p:cNvPr>
            <p:cNvSpPr/>
            <p:nvPr/>
          </p:nvSpPr>
          <p:spPr>
            <a:xfrm>
              <a:off x="3400927" y="4549467"/>
              <a:ext cx="5390147" cy="792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bg1"/>
                  </a:solidFill>
                </a:rPr>
                <a:t>롯데백화점 상품권</a:t>
              </a:r>
              <a:r>
                <a:rPr lang="en-US" altLang="ko-KR" sz="3000" dirty="0">
                  <a:solidFill>
                    <a:schemeClr val="bg1"/>
                  </a:solidFill>
                </a:rPr>
                <a:t>(10</a:t>
              </a:r>
              <a:r>
                <a:rPr lang="ko-KR" altLang="en-US" sz="3000" dirty="0" err="1">
                  <a:solidFill>
                    <a:schemeClr val="bg1"/>
                  </a:solidFill>
                </a:rPr>
                <a:t>만원권</a:t>
              </a:r>
              <a:r>
                <a:rPr lang="en-US" altLang="ko-KR" sz="3000" dirty="0">
                  <a:solidFill>
                    <a:schemeClr val="bg1"/>
                  </a:solidFill>
                </a:rPr>
                <a:t>)</a:t>
              </a:r>
              <a:endParaRPr lang="ko-KR" altLang="en-US" sz="3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56A776A-A45E-B46C-98DA-E320763AF6D2}"/>
              </a:ext>
            </a:extLst>
          </p:cNvPr>
          <p:cNvSpPr txBox="1"/>
          <p:nvPr/>
        </p:nvSpPr>
        <p:spPr>
          <a:xfrm>
            <a:off x="5021357" y="5949086"/>
            <a:ext cx="21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Coming Soon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526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CE4A-94BC-C040-3B92-37138DCE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529B4D-CCAE-9D05-8E79-B8F451B785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2C427ED-DBF1-02C3-8C96-E7AF81735847}"/>
              </a:ext>
            </a:extLst>
          </p:cNvPr>
          <p:cNvGrpSpPr/>
          <p:nvPr/>
        </p:nvGrpSpPr>
        <p:grpSpPr>
          <a:xfrm>
            <a:off x="-1328286" y="-269507"/>
            <a:ext cx="14848573" cy="6035041"/>
            <a:chOff x="-1309035" y="-269507"/>
            <a:chExt cx="14848573" cy="6035041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60092311-6A51-B815-C8CB-4C73D56A5C5E}"/>
                </a:ext>
              </a:extLst>
            </p:cNvPr>
            <p:cNvSpPr/>
            <p:nvPr/>
          </p:nvSpPr>
          <p:spPr>
            <a:xfrm>
              <a:off x="-1309035" y="-269506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07AC272-0955-BBB0-28E3-C55CC5C3F068}"/>
                </a:ext>
              </a:extLst>
            </p:cNvPr>
            <p:cNvSpPr/>
            <p:nvPr/>
          </p:nvSpPr>
          <p:spPr>
            <a:xfrm flipH="1">
              <a:off x="10199572" y="-269507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F4C7622-E9F5-67F7-49A2-76FE0312B493}"/>
              </a:ext>
            </a:extLst>
          </p:cNvPr>
          <p:cNvSpPr txBox="1"/>
          <p:nvPr/>
        </p:nvSpPr>
        <p:spPr>
          <a:xfrm>
            <a:off x="3551233" y="2557414"/>
            <a:ext cx="50895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rgbClr val="F8BF30"/>
                </a:solidFill>
                <a:latin typeface="Kozuka Mincho Pro M" panose="02020600000000000000" pitchFamily="18" charset="-128"/>
                <a:ea typeface="Kozuka Mincho Pro M" panose="02020600000000000000" pitchFamily="18" charset="-128"/>
              </a:rPr>
              <a:t>LUCKY DRAW</a:t>
            </a:r>
            <a:endParaRPr lang="ko-KR" altLang="en-US" sz="6000" dirty="0">
              <a:solidFill>
                <a:srgbClr val="F8BF30"/>
              </a:solidFill>
              <a:latin typeface="Kozuka Mincho Pro M" panose="02020600000000000000" pitchFamily="18" charset="-128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4ABAD74-0472-29ED-82D4-C66DF71ED419}"/>
              </a:ext>
            </a:extLst>
          </p:cNvPr>
          <p:cNvGrpSpPr/>
          <p:nvPr/>
        </p:nvGrpSpPr>
        <p:grpSpPr>
          <a:xfrm>
            <a:off x="3493365" y="1136066"/>
            <a:ext cx="4458272" cy="872204"/>
            <a:chOff x="4462356" y="1136066"/>
            <a:chExt cx="4458272" cy="8722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ACD442-9AF8-FAEC-F681-0428E30D759C}"/>
                </a:ext>
              </a:extLst>
            </p:cNvPr>
            <p:cNvSpPr txBox="1"/>
            <p:nvPr/>
          </p:nvSpPr>
          <p:spPr>
            <a:xfrm>
              <a:off x="4462356" y="1136066"/>
              <a:ext cx="4458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함께 이룬 성과</a:t>
              </a:r>
              <a:r>
                <a:rPr lang="en-US" altLang="ko-KR" sz="28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28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함께 여는 미래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0D234B-5C32-056F-1121-04E1747436D1}"/>
                </a:ext>
              </a:extLst>
            </p:cNvPr>
            <p:cNvSpPr txBox="1"/>
            <p:nvPr/>
          </p:nvSpPr>
          <p:spPr>
            <a:xfrm>
              <a:off x="5621327" y="1638938"/>
              <a:ext cx="2486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교직원을 위한 감사콘서트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B27168E-7AF5-AB60-C1EC-C2F9C680C3E0}"/>
              </a:ext>
            </a:extLst>
          </p:cNvPr>
          <p:cNvGrpSpPr/>
          <p:nvPr/>
        </p:nvGrpSpPr>
        <p:grpSpPr>
          <a:xfrm>
            <a:off x="2807368" y="4159299"/>
            <a:ext cx="6577265" cy="1572896"/>
            <a:chOff x="2807368" y="4159299"/>
            <a:chExt cx="6577265" cy="157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FF890BEE-90BB-7959-F89E-96CB38318345}"/>
                </a:ext>
              </a:extLst>
            </p:cNvPr>
            <p:cNvGrpSpPr/>
            <p:nvPr/>
          </p:nvGrpSpPr>
          <p:grpSpPr>
            <a:xfrm>
              <a:off x="2807368" y="4159299"/>
              <a:ext cx="6577265" cy="1572896"/>
              <a:chOff x="2938913" y="4159299"/>
              <a:chExt cx="6577265" cy="1572896"/>
            </a:xfrm>
          </p:grpSpPr>
          <p:sp>
            <p:nvSpPr>
              <p:cNvPr id="17" name="Freeform 2">
                <a:extLst>
                  <a:ext uri="{FF2B5EF4-FFF2-40B4-BE49-F238E27FC236}">
                    <a16:creationId xmlns:a16="http://schemas.microsoft.com/office/drawing/2014/main" id="{76C86937-B793-5505-3BC2-9CEF4C130FAF}"/>
                  </a:ext>
                </a:extLst>
              </p:cNvPr>
              <p:cNvSpPr/>
              <p:nvPr/>
            </p:nvSpPr>
            <p:spPr>
              <a:xfrm>
                <a:off x="293891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8" name="Freeform 2">
                <a:extLst>
                  <a:ext uri="{FF2B5EF4-FFF2-40B4-BE49-F238E27FC236}">
                    <a16:creationId xmlns:a16="http://schemas.microsoft.com/office/drawing/2014/main" id="{148F8861-7538-5B95-EC8A-A94D27F66687}"/>
                  </a:ext>
                </a:extLst>
              </p:cNvPr>
              <p:cNvSpPr/>
              <p:nvPr/>
            </p:nvSpPr>
            <p:spPr>
              <a:xfrm>
                <a:off x="871407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BD58F7F-1C94-5051-81AC-CE760159F2A5}"/>
                </a:ext>
              </a:extLst>
            </p:cNvPr>
            <p:cNvSpPr/>
            <p:nvPr/>
          </p:nvSpPr>
          <p:spPr>
            <a:xfrm>
              <a:off x="3400927" y="4549467"/>
              <a:ext cx="5390147" cy="792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롯데백화점 상품권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</a:t>
              </a:r>
              <a:r>
                <a:rPr lang="ko-KR" altLang="en-US" sz="3000" dirty="0" err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30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F76FBB7-01BD-3788-989B-D23E7061D23C}"/>
              </a:ext>
            </a:extLst>
          </p:cNvPr>
          <p:cNvSpPr txBox="1"/>
          <p:nvPr/>
        </p:nvSpPr>
        <p:spPr>
          <a:xfrm>
            <a:off x="5021357" y="5949086"/>
            <a:ext cx="21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Coming Soon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9" name="Picture 0">
            <a:extLst>
              <a:ext uri="{FF2B5EF4-FFF2-40B4-BE49-F238E27FC236}">
                <a16:creationId xmlns:a16="http://schemas.microsoft.com/office/drawing/2014/main" id="{FB1D2536-8B8D-3228-4A8B-00EB576B0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175204"/>
            <a:ext cx="3838322" cy="227707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50929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5764-1333-BC00-92AA-1C96C29B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7B885E-D897-5CDA-BCF6-91B12CDF17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9E4FCD4-AC35-3D81-F741-07FD58C898B2}"/>
              </a:ext>
            </a:extLst>
          </p:cNvPr>
          <p:cNvGrpSpPr/>
          <p:nvPr/>
        </p:nvGrpSpPr>
        <p:grpSpPr>
          <a:xfrm>
            <a:off x="-1328286" y="-269507"/>
            <a:ext cx="14848573" cy="6035041"/>
            <a:chOff x="-1309035" y="-269507"/>
            <a:chExt cx="14848573" cy="6035041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A795A16-AFDC-6A2F-2290-44515BCDE453}"/>
                </a:ext>
              </a:extLst>
            </p:cNvPr>
            <p:cNvSpPr/>
            <p:nvPr/>
          </p:nvSpPr>
          <p:spPr>
            <a:xfrm>
              <a:off x="-1309035" y="-269506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11410C2-2610-F836-6D54-521553B4C131}"/>
                </a:ext>
              </a:extLst>
            </p:cNvPr>
            <p:cNvSpPr/>
            <p:nvPr/>
          </p:nvSpPr>
          <p:spPr>
            <a:xfrm flipH="1">
              <a:off x="10199572" y="-269507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9" name="Picture 0">
            <a:extLst>
              <a:ext uri="{FF2B5EF4-FFF2-40B4-BE49-F238E27FC236}">
                <a16:creationId xmlns:a16="http://schemas.microsoft.com/office/drawing/2014/main" id="{7DD913C0-6269-FEEE-F058-D732B48A2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5038" y="-1002289"/>
            <a:ext cx="1012074" cy="68651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E70858-F83C-89FF-DCA2-055FEA275D80}"/>
              </a:ext>
            </a:extLst>
          </p:cNvPr>
          <p:cNvSpPr txBox="1"/>
          <p:nvPr/>
        </p:nvSpPr>
        <p:spPr>
          <a:xfrm>
            <a:off x="3235121" y="2307202"/>
            <a:ext cx="5721759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500" b="1" dirty="0">
                <a:solidFill>
                  <a:srgbClr val="F8BF30"/>
                </a:solidFill>
                <a:latin typeface="Kozuka Mincho Pro M" panose="02020600000000000000" pitchFamily="18" charset="-128"/>
                <a:ea typeface="Kozuka Mincho Pro M" panose="02020600000000000000" pitchFamily="18" charset="-128"/>
              </a:rPr>
              <a:t>LUCKY DRAW</a:t>
            </a:r>
            <a:endParaRPr lang="ko-KR" altLang="en-US" sz="6500" b="1" dirty="0">
              <a:solidFill>
                <a:srgbClr val="F8BF30"/>
              </a:solidFill>
              <a:latin typeface="Kozuka Mincho Pro M" panose="02020600000000000000" pitchFamily="18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462A31-45DE-C73C-2A05-C54E1A4734A0}"/>
              </a:ext>
            </a:extLst>
          </p:cNvPr>
          <p:cNvSpPr txBox="1"/>
          <p:nvPr/>
        </p:nvSpPr>
        <p:spPr>
          <a:xfrm>
            <a:off x="5021357" y="5650844"/>
            <a:ext cx="21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Coming Soon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F8214CF-AFF3-F858-56CB-04C0336D3D00}"/>
              </a:ext>
            </a:extLst>
          </p:cNvPr>
          <p:cNvGrpSpPr/>
          <p:nvPr/>
        </p:nvGrpSpPr>
        <p:grpSpPr>
          <a:xfrm>
            <a:off x="3111500" y="3920039"/>
            <a:ext cx="5969000" cy="1133632"/>
            <a:chOff x="3111500" y="4471205"/>
            <a:chExt cx="5969000" cy="1133632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C47FEEE-3652-C8ED-F5CD-4AF2318C8AE2}"/>
                </a:ext>
              </a:extLst>
            </p:cNvPr>
            <p:cNvSpPr/>
            <p:nvPr/>
          </p:nvSpPr>
          <p:spPr>
            <a:xfrm>
              <a:off x="3111500" y="4471205"/>
              <a:ext cx="5969000" cy="1133632"/>
            </a:xfrm>
            <a:custGeom>
              <a:avLst/>
              <a:gdLst/>
              <a:ahLst/>
              <a:cxnLst/>
              <a:rect l="l" t="t" r="r" b="b"/>
              <a:pathLst>
                <a:path w="12096000" h="2691360">
                  <a:moveTo>
                    <a:pt x="0" y="0"/>
                  </a:moveTo>
                  <a:lnTo>
                    <a:pt x="12096000" y="0"/>
                  </a:lnTo>
                  <a:lnTo>
                    <a:pt x="12096000" y="2691360"/>
                  </a:lnTo>
                  <a:lnTo>
                    <a:pt x="0" y="2691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3D1ABEB-8951-8F6D-3CC0-0325D7319398}"/>
                </a:ext>
              </a:extLst>
            </p:cNvPr>
            <p:cNvSpPr/>
            <p:nvPr/>
          </p:nvSpPr>
          <p:spPr>
            <a:xfrm>
              <a:off x="3400927" y="4565684"/>
              <a:ext cx="5390147" cy="792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롯데백화점 상품권</a:t>
              </a:r>
              <a:r>
                <a:rPr lang="en-US" altLang="ko-KR" sz="30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</a:t>
              </a:r>
              <a:r>
                <a:rPr lang="ko-KR" altLang="en-US" sz="3000" dirty="0" err="1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만원권</a:t>
              </a:r>
              <a:r>
                <a:rPr lang="en-US" altLang="ko-KR" sz="30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30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379843D-1620-6E0A-3FD6-9E65482FA374}"/>
              </a:ext>
            </a:extLst>
          </p:cNvPr>
          <p:cNvGrpSpPr/>
          <p:nvPr/>
        </p:nvGrpSpPr>
        <p:grpSpPr>
          <a:xfrm>
            <a:off x="3866864" y="837824"/>
            <a:ext cx="4458272" cy="872204"/>
            <a:chOff x="3866864" y="837824"/>
            <a:chExt cx="4458272" cy="8722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64EB54-99C4-062E-079D-B821857DC29A}"/>
                </a:ext>
              </a:extLst>
            </p:cNvPr>
            <p:cNvSpPr txBox="1"/>
            <p:nvPr/>
          </p:nvSpPr>
          <p:spPr>
            <a:xfrm>
              <a:off x="3866864" y="837824"/>
              <a:ext cx="4458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이룬 성과</a:t>
              </a:r>
              <a:r>
                <a:rPr lang="en-US" altLang="ko-KR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여는 미래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F9B452-A2E0-D8BF-E765-194700C0E4B7}"/>
                </a:ext>
              </a:extLst>
            </p:cNvPr>
            <p:cNvSpPr txBox="1"/>
            <p:nvPr/>
          </p:nvSpPr>
          <p:spPr>
            <a:xfrm>
              <a:off x="4683594" y="1340696"/>
              <a:ext cx="28248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 </a:t>
              </a: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교직원을 위한 감사콘서트 </a:t>
              </a:r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</a:t>
              </a:r>
              <a:endParaRPr lang="ko-KR" altLang="en-US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2320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CCEE6-697D-E639-E356-7488B91F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561339-C996-BB1D-4936-F174152FDD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B0914E8-69DC-EE10-92A9-77FFFDD2BB34}"/>
              </a:ext>
            </a:extLst>
          </p:cNvPr>
          <p:cNvGrpSpPr/>
          <p:nvPr/>
        </p:nvGrpSpPr>
        <p:grpSpPr>
          <a:xfrm>
            <a:off x="-1328286" y="-269507"/>
            <a:ext cx="14848573" cy="6035041"/>
            <a:chOff x="-1309035" y="-269507"/>
            <a:chExt cx="14848573" cy="6035041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5788E981-185C-7E75-4A3E-3E0A81713A1E}"/>
                </a:ext>
              </a:extLst>
            </p:cNvPr>
            <p:cNvSpPr/>
            <p:nvPr/>
          </p:nvSpPr>
          <p:spPr>
            <a:xfrm>
              <a:off x="-1309035" y="-269506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7742DE4-95C7-D57F-A195-F29DF23E7DD8}"/>
                </a:ext>
              </a:extLst>
            </p:cNvPr>
            <p:cNvSpPr/>
            <p:nvPr/>
          </p:nvSpPr>
          <p:spPr>
            <a:xfrm flipH="1">
              <a:off x="10199572" y="-269507"/>
              <a:ext cx="3339966" cy="6035040"/>
            </a:xfrm>
            <a:custGeom>
              <a:avLst/>
              <a:gdLst/>
              <a:ahLst/>
              <a:cxnLst/>
              <a:rect l="l" t="t" r="r" b="b"/>
              <a:pathLst>
                <a:path w="4906897" h="8867885">
                  <a:moveTo>
                    <a:pt x="0" y="0"/>
                  </a:moveTo>
                  <a:lnTo>
                    <a:pt x="4906897" y="0"/>
                  </a:lnTo>
                  <a:lnTo>
                    <a:pt x="4906897" y="8867885"/>
                  </a:lnTo>
                  <a:lnTo>
                    <a:pt x="0" y="8867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9" name="Picture 0">
            <a:extLst>
              <a:ext uri="{FF2B5EF4-FFF2-40B4-BE49-F238E27FC236}">
                <a16:creationId xmlns:a16="http://schemas.microsoft.com/office/drawing/2014/main" id="{FE02B886-54DC-E8FA-96EC-662C47D90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05038" y="-1002289"/>
            <a:ext cx="1012074" cy="68651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0B4CFE-9E9B-7AD5-DFDD-2BD037445C05}"/>
              </a:ext>
            </a:extLst>
          </p:cNvPr>
          <p:cNvSpPr txBox="1"/>
          <p:nvPr/>
        </p:nvSpPr>
        <p:spPr>
          <a:xfrm>
            <a:off x="5021357" y="5650844"/>
            <a:ext cx="21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Coming Soon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C22CAFF-DEAC-5208-8FA9-F8EF83A2BFF3}"/>
              </a:ext>
            </a:extLst>
          </p:cNvPr>
          <p:cNvGrpSpPr/>
          <p:nvPr/>
        </p:nvGrpSpPr>
        <p:grpSpPr>
          <a:xfrm>
            <a:off x="3866864" y="837824"/>
            <a:ext cx="4458272" cy="872204"/>
            <a:chOff x="3866864" y="837824"/>
            <a:chExt cx="4458272" cy="8722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3B3D6A-87F1-BA00-F4C3-3BDE21395902}"/>
                </a:ext>
              </a:extLst>
            </p:cNvPr>
            <p:cNvSpPr txBox="1"/>
            <p:nvPr/>
          </p:nvSpPr>
          <p:spPr>
            <a:xfrm>
              <a:off x="3866864" y="837824"/>
              <a:ext cx="4458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이룬 성과</a:t>
              </a:r>
              <a:r>
                <a:rPr lang="en-US" altLang="ko-KR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여는 미래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895AB1-82A2-305F-72A8-5D1E3A43B54C}"/>
                </a:ext>
              </a:extLst>
            </p:cNvPr>
            <p:cNvSpPr txBox="1"/>
            <p:nvPr/>
          </p:nvSpPr>
          <p:spPr>
            <a:xfrm>
              <a:off x="4683594" y="1340696"/>
              <a:ext cx="28248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 </a:t>
              </a: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교직원을 위한 감사콘서트 </a:t>
              </a:r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</a:t>
              </a:r>
              <a:endParaRPr lang="ko-KR" altLang="en-US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CD424B6-306F-13B2-4A0A-7AED361629BA}"/>
              </a:ext>
            </a:extLst>
          </p:cNvPr>
          <p:cNvGrpSpPr/>
          <p:nvPr/>
        </p:nvGrpSpPr>
        <p:grpSpPr>
          <a:xfrm>
            <a:off x="2807368" y="3652843"/>
            <a:ext cx="6577265" cy="1572896"/>
            <a:chOff x="2807368" y="4159299"/>
            <a:chExt cx="6577265" cy="157289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D066BA9-C746-BE06-6697-9EDAA43A3D7F}"/>
                </a:ext>
              </a:extLst>
            </p:cNvPr>
            <p:cNvGrpSpPr/>
            <p:nvPr/>
          </p:nvGrpSpPr>
          <p:grpSpPr>
            <a:xfrm>
              <a:off x="2807368" y="4159299"/>
              <a:ext cx="6577265" cy="1572896"/>
              <a:chOff x="2938913" y="4159299"/>
              <a:chExt cx="6577265" cy="1572896"/>
            </a:xfrm>
          </p:grpSpPr>
          <p:sp>
            <p:nvSpPr>
              <p:cNvPr id="14" name="Freeform 2">
                <a:extLst>
                  <a:ext uri="{FF2B5EF4-FFF2-40B4-BE49-F238E27FC236}">
                    <a16:creationId xmlns:a16="http://schemas.microsoft.com/office/drawing/2014/main" id="{1A613EEE-59A8-4EF7-B332-9ECB85F33561}"/>
                  </a:ext>
                </a:extLst>
              </p:cNvPr>
              <p:cNvSpPr/>
              <p:nvPr/>
            </p:nvSpPr>
            <p:spPr>
              <a:xfrm>
                <a:off x="293891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r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" name="Freeform 2">
                <a:extLst>
                  <a:ext uri="{FF2B5EF4-FFF2-40B4-BE49-F238E27FC236}">
                    <a16:creationId xmlns:a16="http://schemas.microsoft.com/office/drawing/2014/main" id="{9D9004A6-F3CA-6D3F-A3AD-7E86C6341204}"/>
                  </a:ext>
                </a:extLst>
              </p:cNvPr>
              <p:cNvSpPr/>
              <p:nvPr/>
            </p:nvSpPr>
            <p:spPr>
              <a:xfrm>
                <a:off x="871407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C2049BE-BFDF-7156-9D8E-AAB9B84E7040}"/>
                </a:ext>
              </a:extLst>
            </p:cNvPr>
            <p:cNvSpPr/>
            <p:nvPr/>
          </p:nvSpPr>
          <p:spPr>
            <a:xfrm>
              <a:off x="3400927" y="4549467"/>
              <a:ext cx="5390147" cy="792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롯데백화점 상품권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</a:t>
              </a:r>
              <a:r>
                <a:rPr lang="ko-KR" altLang="en-US" sz="3000" dirty="0" err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30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F6A02F1-A1DC-4C89-0188-DAB43B5FFCDC}"/>
              </a:ext>
            </a:extLst>
          </p:cNvPr>
          <p:cNvSpPr txBox="1"/>
          <p:nvPr/>
        </p:nvSpPr>
        <p:spPr>
          <a:xfrm>
            <a:off x="3235121" y="2307202"/>
            <a:ext cx="5721759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500" b="1" dirty="0">
                <a:solidFill>
                  <a:srgbClr val="F8BF30"/>
                </a:solidFill>
                <a:latin typeface="Kozuka Mincho Pro M" panose="02020600000000000000" pitchFamily="18" charset="-128"/>
                <a:ea typeface="Kozuka Mincho Pro M" panose="02020600000000000000" pitchFamily="18" charset="-128"/>
              </a:rPr>
              <a:t>LUCKY DRAW</a:t>
            </a:r>
            <a:endParaRPr lang="ko-KR" altLang="en-US" sz="6500" b="1" dirty="0">
              <a:solidFill>
                <a:srgbClr val="F8BF30"/>
              </a:solidFill>
              <a:latin typeface="Kozuka Mincho Pro M" panose="020206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670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AA9A-DB0C-00E7-9B42-1A9E3C07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3936D0-6FF3-4E82-86EF-06751E51F0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Picture 0">
            <a:extLst>
              <a:ext uri="{FF2B5EF4-FFF2-40B4-BE49-F238E27FC236}">
                <a16:creationId xmlns:a16="http://schemas.microsoft.com/office/drawing/2014/main" id="{0A81673F-8F97-64A2-446D-6638032C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49302" y="238115"/>
            <a:ext cx="1012074" cy="686512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3F272D10-0CE5-4EEF-906E-ADA05C9CD377}"/>
              </a:ext>
            </a:extLst>
          </p:cNvPr>
          <p:cNvGrpSpPr/>
          <p:nvPr/>
        </p:nvGrpSpPr>
        <p:grpSpPr>
          <a:xfrm>
            <a:off x="249302" y="7545203"/>
            <a:ext cx="4458272" cy="872204"/>
            <a:chOff x="3866864" y="837824"/>
            <a:chExt cx="4458272" cy="8722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2B9C38-854D-360F-8E09-9536A1F16BF9}"/>
                </a:ext>
              </a:extLst>
            </p:cNvPr>
            <p:cNvSpPr txBox="1"/>
            <p:nvPr/>
          </p:nvSpPr>
          <p:spPr>
            <a:xfrm>
              <a:off x="3866864" y="837824"/>
              <a:ext cx="4458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이룬 성과</a:t>
              </a:r>
              <a:r>
                <a:rPr lang="en-US" altLang="ko-KR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여는 미래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D0F703-15C1-45B9-5410-9853A3970046}"/>
                </a:ext>
              </a:extLst>
            </p:cNvPr>
            <p:cNvSpPr txBox="1"/>
            <p:nvPr/>
          </p:nvSpPr>
          <p:spPr>
            <a:xfrm>
              <a:off x="4683594" y="1340696"/>
              <a:ext cx="28248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 </a:t>
              </a: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교직원을 위한 감사콘서트 </a:t>
              </a:r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</a:t>
              </a:r>
              <a:endParaRPr lang="ko-KR" altLang="en-US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4BCEC3-2B68-8A1C-2872-8C0B84B04C24}"/>
              </a:ext>
            </a:extLst>
          </p:cNvPr>
          <p:cNvGrpSpPr/>
          <p:nvPr/>
        </p:nvGrpSpPr>
        <p:grpSpPr>
          <a:xfrm>
            <a:off x="4908268" y="6936354"/>
            <a:ext cx="6577265" cy="1572896"/>
            <a:chOff x="2807368" y="4159299"/>
            <a:chExt cx="6577265" cy="157289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659E14E-4D3E-553E-885F-772E667858DF}"/>
                </a:ext>
              </a:extLst>
            </p:cNvPr>
            <p:cNvGrpSpPr/>
            <p:nvPr/>
          </p:nvGrpSpPr>
          <p:grpSpPr>
            <a:xfrm>
              <a:off x="2807368" y="4159299"/>
              <a:ext cx="6577265" cy="1572896"/>
              <a:chOff x="2938913" y="4159299"/>
              <a:chExt cx="6577265" cy="1572896"/>
            </a:xfrm>
          </p:grpSpPr>
          <p:sp>
            <p:nvSpPr>
              <p:cNvPr id="14" name="Freeform 2">
                <a:extLst>
                  <a:ext uri="{FF2B5EF4-FFF2-40B4-BE49-F238E27FC236}">
                    <a16:creationId xmlns:a16="http://schemas.microsoft.com/office/drawing/2014/main" id="{7EEB043C-A063-B53F-1A86-CD26CF8342C3}"/>
                  </a:ext>
                </a:extLst>
              </p:cNvPr>
              <p:cNvSpPr/>
              <p:nvPr/>
            </p:nvSpPr>
            <p:spPr>
              <a:xfrm>
                <a:off x="293891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" name="Freeform 2">
                <a:extLst>
                  <a:ext uri="{FF2B5EF4-FFF2-40B4-BE49-F238E27FC236}">
                    <a16:creationId xmlns:a16="http://schemas.microsoft.com/office/drawing/2014/main" id="{FBE5FA4B-6F20-5CCD-ADDF-82CEABF51A4E}"/>
                  </a:ext>
                </a:extLst>
              </p:cNvPr>
              <p:cNvSpPr/>
              <p:nvPr/>
            </p:nvSpPr>
            <p:spPr>
              <a:xfrm>
                <a:off x="871407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548CCA1-6D39-E6D8-8199-DE4DC505A877}"/>
                </a:ext>
              </a:extLst>
            </p:cNvPr>
            <p:cNvSpPr/>
            <p:nvPr/>
          </p:nvSpPr>
          <p:spPr>
            <a:xfrm>
              <a:off x="3400927" y="4549467"/>
              <a:ext cx="5390147" cy="792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롯데백화점 상품권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</a:t>
              </a:r>
              <a:r>
                <a:rPr lang="ko-KR" altLang="en-US" sz="3000" dirty="0" err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30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BF94926-3865-CD4B-0362-15B196F25FBA}"/>
              </a:ext>
            </a:extLst>
          </p:cNvPr>
          <p:cNvSpPr txBox="1"/>
          <p:nvPr/>
        </p:nvSpPr>
        <p:spPr>
          <a:xfrm>
            <a:off x="6220939" y="88788"/>
            <a:ext cx="5721759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500" b="1" dirty="0">
                <a:solidFill>
                  <a:srgbClr val="F8BF30"/>
                </a:solidFill>
                <a:latin typeface="Kozuka Mincho Pro M" panose="02020600000000000000" pitchFamily="18" charset="-128"/>
                <a:ea typeface="Kozuka Mincho Pro M" panose="02020600000000000000" pitchFamily="18" charset="-128"/>
              </a:rPr>
              <a:t>LUCKY DRAW</a:t>
            </a:r>
            <a:endParaRPr lang="ko-KR" altLang="en-US" sz="6500" b="1" dirty="0">
              <a:solidFill>
                <a:srgbClr val="F8BF30"/>
              </a:solidFill>
              <a:latin typeface="Kozuka Mincho Pro M" panose="02020600000000000000" pitchFamily="18" charset="-128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219FBA-BCDD-43F9-D200-8B37531A49B5}"/>
              </a:ext>
            </a:extLst>
          </p:cNvPr>
          <p:cNvSpPr/>
          <p:nvPr/>
        </p:nvSpPr>
        <p:spPr>
          <a:xfrm>
            <a:off x="784529" y="1747299"/>
            <a:ext cx="10622943" cy="33634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D1845E6-DEDB-5C9A-71B3-69A4F1EE208E}"/>
              </a:ext>
            </a:extLst>
          </p:cNvPr>
          <p:cNvCxnSpPr/>
          <p:nvPr/>
        </p:nvCxnSpPr>
        <p:spPr>
          <a:xfrm>
            <a:off x="1606163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22234D0-23F4-6E89-2CC7-F6226009620D}"/>
              </a:ext>
            </a:extLst>
          </p:cNvPr>
          <p:cNvCxnSpPr/>
          <p:nvPr/>
        </p:nvCxnSpPr>
        <p:spPr>
          <a:xfrm>
            <a:off x="2597868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943D237-3D37-4D77-3A25-AD90197B284B}"/>
              </a:ext>
            </a:extLst>
          </p:cNvPr>
          <p:cNvCxnSpPr/>
          <p:nvPr/>
        </p:nvCxnSpPr>
        <p:spPr>
          <a:xfrm>
            <a:off x="3589573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17C1FEF-B0BD-B136-FCC3-630939E9C1C4}"/>
              </a:ext>
            </a:extLst>
          </p:cNvPr>
          <p:cNvCxnSpPr/>
          <p:nvPr/>
        </p:nvCxnSpPr>
        <p:spPr>
          <a:xfrm>
            <a:off x="4581278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35CA5EF-890C-075D-5007-3ECEE68F6103}"/>
              </a:ext>
            </a:extLst>
          </p:cNvPr>
          <p:cNvCxnSpPr/>
          <p:nvPr/>
        </p:nvCxnSpPr>
        <p:spPr>
          <a:xfrm>
            <a:off x="5572983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574AE2-35D2-B6CA-6559-C91D74E2F316}"/>
              </a:ext>
            </a:extLst>
          </p:cNvPr>
          <p:cNvCxnSpPr/>
          <p:nvPr/>
        </p:nvCxnSpPr>
        <p:spPr>
          <a:xfrm>
            <a:off x="6564688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ACDDDB4-1C4D-10E6-960D-E0F874DB6157}"/>
              </a:ext>
            </a:extLst>
          </p:cNvPr>
          <p:cNvCxnSpPr/>
          <p:nvPr/>
        </p:nvCxnSpPr>
        <p:spPr>
          <a:xfrm>
            <a:off x="7556393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72C078F-F509-96CC-403C-F5F1BDF26711}"/>
              </a:ext>
            </a:extLst>
          </p:cNvPr>
          <p:cNvCxnSpPr/>
          <p:nvPr/>
        </p:nvCxnSpPr>
        <p:spPr>
          <a:xfrm>
            <a:off x="8548098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FF812E-75DC-004D-BF35-03D62BEAD435}"/>
              </a:ext>
            </a:extLst>
          </p:cNvPr>
          <p:cNvCxnSpPr/>
          <p:nvPr/>
        </p:nvCxnSpPr>
        <p:spPr>
          <a:xfrm>
            <a:off x="9539803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BB3D952-4C14-5113-FE38-CE3EF7516B8D}"/>
              </a:ext>
            </a:extLst>
          </p:cNvPr>
          <p:cNvCxnSpPr/>
          <p:nvPr/>
        </p:nvCxnSpPr>
        <p:spPr>
          <a:xfrm>
            <a:off x="10531507" y="2279300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C69E35A-814C-C660-0B86-BE56981FE786}"/>
              </a:ext>
            </a:extLst>
          </p:cNvPr>
          <p:cNvSpPr txBox="1"/>
          <p:nvPr/>
        </p:nvSpPr>
        <p:spPr>
          <a:xfrm>
            <a:off x="880533" y="1823130"/>
            <a:ext cx="226536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참여자 명부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소속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123463B-8319-71B0-01B0-4D260D670728}"/>
              </a:ext>
            </a:extLst>
          </p:cNvPr>
          <p:cNvSpPr/>
          <p:nvPr/>
        </p:nvSpPr>
        <p:spPr>
          <a:xfrm>
            <a:off x="784530" y="5241897"/>
            <a:ext cx="441400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17E841-7E63-38F9-0903-FD67F3BC5C4C}"/>
              </a:ext>
            </a:extLst>
          </p:cNvPr>
          <p:cNvSpPr/>
          <p:nvPr/>
        </p:nvSpPr>
        <p:spPr>
          <a:xfrm>
            <a:off x="6993468" y="5241897"/>
            <a:ext cx="441400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B71172-CBC3-2FBB-D04D-875305DD79B4}"/>
              </a:ext>
            </a:extLst>
          </p:cNvPr>
          <p:cNvSpPr txBox="1"/>
          <p:nvPr/>
        </p:nvSpPr>
        <p:spPr>
          <a:xfrm>
            <a:off x="2245174" y="5332268"/>
            <a:ext cx="149271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당첨자 수 셋팅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496456-C536-9885-42E9-7997F43042FA}"/>
              </a:ext>
            </a:extLst>
          </p:cNvPr>
          <p:cNvSpPr txBox="1"/>
          <p:nvPr/>
        </p:nvSpPr>
        <p:spPr>
          <a:xfrm>
            <a:off x="8453470" y="5332268"/>
            <a:ext cx="1494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361687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5CE17-313A-0342-A204-DECD512C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CD4A3C-3EF0-A261-4C07-157FD9F7A7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Picture 0">
            <a:extLst>
              <a:ext uri="{FF2B5EF4-FFF2-40B4-BE49-F238E27FC236}">
                <a16:creationId xmlns:a16="http://schemas.microsoft.com/office/drawing/2014/main" id="{30E0DF15-E5D7-C529-9392-085A500F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49302" y="238115"/>
            <a:ext cx="1012074" cy="686512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4D7D786-7184-0BE8-6EDC-1D7456CFD59C}"/>
              </a:ext>
            </a:extLst>
          </p:cNvPr>
          <p:cNvGrpSpPr/>
          <p:nvPr/>
        </p:nvGrpSpPr>
        <p:grpSpPr>
          <a:xfrm>
            <a:off x="249302" y="7545203"/>
            <a:ext cx="4458272" cy="872204"/>
            <a:chOff x="3866864" y="837824"/>
            <a:chExt cx="4458272" cy="87220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85C97F-AD4B-654D-A33A-F1F5DD9A3D09}"/>
                </a:ext>
              </a:extLst>
            </p:cNvPr>
            <p:cNvSpPr txBox="1"/>
            <p:nvPr/>
          </p:nvSpPr>
          <p:spPr>
            <a:xfrm>
              <a:off x="3866864" y="837824"/>
              <a:ext cx="4458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이룬 성과</a:t>
              </a:r>
              <a:r>
                <a:rPr lang="en-US" altLang="ko-KR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2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여는 미래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5E47BE-A2F2-D08F-BC35-7581E7A45ED7}"/>
                </a:ext>
              </a:extLst>
            </p:cNvPr>
            <p:cNvSpPr txBox="1"/>
            <p:nvPr/>
          </p:nvSpPr>
          <p:spPr>
            <a:xfrm>
              <a:off x="4683594" y="1340696"/>
              <a:ext cx="28248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 </a:t>
              </a: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교직원을 위한 감사콘서트 </a:t>
              </a:r>
              <a:r>
                <a:rPr lang="en-US" altLang="ko-KR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</a:t>
              </a:r>
              <a:endParaRPr lang="ko-KR" altLang="en-US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959905-4E75-B56D-376E-0E86A9FD99D3}"/>
              </a:ext>
            </a:extLst>
          </p:cNvPr>
          <p:cNvGrpSpPr/>
          <p:nvPr/>
        </p:nvGrpSpPr>
        <p:grpSpPr>
          <a:xfrm>
            <a:off x="4908268" y="6936354"/>
            <a:ext cx="6577265" cy="1572896"/>
            <a:chOff x="2807368" y="4159299"/>
            <a:chExt cx="6577265" cy="157289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F5AC0D8-A51D-450F-FC8F-78D0A014D2D1}"/>
                </a:ext>
              </a:extLst>
            </p:cNvPr>
            <p:cNvGrpSpPr/>
            <p:nvPr/>
          </p:nvGrpSpPr>
          <p:grpSpPr>
            <a:xfrm>
              <a:off x="2807368" y="4159299"/>
              <a:ext cx="6577265" cy="1572896"/>
              <a:chOff x="2938913" y="4159299"/>
              <a:chExt cx="6577265" cy="1572896"/>
            </a:xfrm>
          </p:grpSpPr>
          <p:sp>
            <p:nvSpPr>
              <p:cNvPr id="14" name="Freeform 2">
                <a:extLst>
                  <a:ext uri="{FF2B5EF4-FFF2-40B4-BE49-F238E27FC236}">
                    <a16:creationId xmlns:a16="http://schemas.microsoft.com/office/drawing/2014/main" id="{BC566009-3EB5-B33A-21F8-95B80E462EB2}"/>
                  </a:ext>
                </a:extLst>
              </p:cNvPr>
              <p:cNvSpPr/>
              <p:nvPr/>
            </p:nvSpPr>
            <p:spPr>
              <a:xfrm>
                <a:off x="293891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" name="Freeform 2">
                <a:extLst>
                  <a:ext uri="{FF2B5EF4-FFF2-40B4-BE49-F238E27FC236}">
                    <a16:creationId xmlns:a16="http://schemas.microsoft.com/office/drawing/2014/main" id="{FA0CB1B2-6732-5CC8-FF47-24897C242E3B}"/>
                  </a:ext>
                </a:extLst>
              </p:cNvPr>
              <p:cNvSpPr/>
              <p:nvPr/>
            </p:nvSpPr>
            <p:spPr>
              <a:xfrm>
                <a:off x="871407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851805-9D61-4188-31E0-9D99AB84B9C2}"/>
                </a:ext>
              </a:extLst>
            </p:cNvPr>
            <p:cNvSpPr/>
            <p:nvPr/>
          </p:nvSpPr>
          <p:spPr>
            <a:xfrm>
              <a:off x="3400927" y="4549467"/>
              <a:ext cx="5390147" cy="79256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롯데백화점 상품권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</a:t>
              </a:r>
              <a:r>
                <a:rPr lang="ko-KR" altLang="en-US" sz="3000" dirty="0" err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만원권</a:t>
              </a:r>
              <a:r>
                <a:rPr lang="en-US" altLang="ko-KR" sz="30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30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852777F-CC0E-4F9C-293F-D6EF73F5E050}"/>
              </a:ext>
            </a:extLst>
          </p:cNvPr>
          <p:cNvSpPr txBox="1"/>
          <p:nvPr/>
        </p:nvSpPr>
        <p:spPr>
          <a:xfrm>
            <a:off x="6220939" y="88788"/>
            <a:ext cx="5721759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500" b="1" dirty="0">
                <a:solidFill>
                  <a:srgbClr val="F8BF30"/>
                </a:solidFill>
                <a:latin typeface="Kozuka Mincho Pro M" panose="02020600000000000000" pitchFamily="18" charset="-128"/>
                <a:ea typeface="Kozuka Mincho Pro M" panose="02020600000000000000" pitchFamily="18" charset="-128"/>
              </a:rPr>
              <a:t>LUCKY DRAW</a:t>
            </a:r>
            <a:endParaRPr lang="ko-KR" altLang="en-US" sz="6500" b="1" dirty="0">
              <a:solidFill>
                <a:srgbClr val="F8BF30"/>
              </a:solidFill>
              <a:latin typeface="Kozuka Mincho Pro M" panose="02020600000000000000" pitchFamily="18" charset="-128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E522213-DA43-DEA4-13BB-655DCA9BC684}"/>
              </a:ext>
            </a:extLst>
          </p:cNvPr>
          <p:cNvSpPr/>
          <p:nvPr/>
        </p:nvSpPr>
        <p:spPr>
          <a:xfrm>
            <a:off x="784530" y="5241897"/>
            <a:ext cx="441400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B21BC1-0D4F-7358-DCFE-C0F32A39FA3F}"/>
              </a:ext>
            </a:extLst>
          </p:cNvPr>
          <p:cNvSpPr/>
          <p:nvPr/>
        </p:nvSpPr>
        <p:spPr>
          <a:xfrm>
            <a:off x="6993468" y="5241897"/>
            <a:ext cx="441400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DB88C0-2DE0-BD85-E2A1-223582EB422F}"/>
              </a:ext>
            </a:extLst>
          </p:cNvPr>
          <p:cNvSpPr txBox="1"/>
          <p:nvPr/>
        </p:nvSpPr>
        <p:spPr>
          <a:xfrm>
            <a:off x="2245174" y="5332268"/>
            <a:ext cx="149271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카드 오픈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F8DB50-1F39-7AEF-97AC-566E67C66B49}"/>
              </a:ext>
            </a:extLst>
          </p:cNvPr>
          <p:cNvSpPr txBox="1"/>
          <p:nvPr/>
        </p:nvSpPr>
        <p:spPr>
          <a:xfrm>
            <a:off x="8453470" y="5332268"/>
            <a:ext cx="149400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초기화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4B963C-6A60-F588-8720-E2D85E7E3AC8}"/>
              </a:ext>
            </a:extLst>
          </p:cNvPr>
          <p:cNvSpPr/>
          <p:nvPr/>
        </p:nvSpPr>
        <p:spPr>
          <a:xfrm>
            <a:off x="523526" y="1747299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홍길동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교무과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20B15C-BE9A-C3B5-8125-B9BD6FB90824}"/>
              </a:ext>
            </a:extLst>
          </p:cNvPr>
          <p:cNvSpPr/>
          <p:nvPr/>
        </p:nvSpPr>
        <p:spPr>
          <a:xfrm>
            <a:off x="1771294" y="1747298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430D17-DBED-13E0-130E-96EA671BD399}"/>
              </a:ext>
            </a:extLst>
          </p:cNvPr>
          <p:cNvSpPr/>
          <p:nvPr/>
        </p:nvSpPr>
        <p:spPr>
          <a:xfrm>
            <a:off x="3019062" y="1747297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FC507D-6918-7E99-6073-57157546D276}"/>
              </a:ext>
            </a:extLst>
          </p:cNvPr>
          <p:cNvSpPr/>
          <p:nvPr/>
        </p:nvSpPr>
        <p:spPr>
          <a:xfrm>
            <a:off x="4266830" y="1747296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2AC1B2-76D6-E448-FFE3-350A5511BE4D}"/>
              </a:ext>
            </a:extLst>
          </p:cNvPr>
          <p:cNvSpPr/>
          <p:nvPr/>
        </p:nvSpPr>
        <p:spPr>
          <a:xfrm>
            <a:off x="5514598" y="1747295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7795EB-53FB-4AF6-8732-8F18913A6075}"/>
              </a:ext>
            </a:extLst>
          </p:cNvPr>
          <p:cNvSpPr/>
          <p:nvPr/>
        </p:nvSpPr>
        <p:spPr>
          <a:xfrm>
            <a:off x="6762366" y="1747294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4AEDB5-3A37-BD1B-C052-6985739B6D4C}"/>
              </a:ext>
            </a:extLst>
          </p:cNvPr>
          <p:cNvSpPr/>
          <p:nvPr/>
        </p:nvSpPr>
        <p:spPr>
          <a:xfrm>
            <a:off x="8010134" y="1747293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DF1D930-C11A-BDEF-FF92-1828BBAAA3F9}"/>
              </a:ext>
            </a:extLst>
          </p:cNvPr>
          <p:cNvSpPr/>
          <p:nvPr/>
        </p:nvSpPr>
        <p:spPr>
          <a:xfrm>
            <a:off x="9257902" y="1747292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AFC2956-9C20-1D51-5E0E-C7B7B31B7E41}"/>
              </a:ext>
            </a:extLst>
          </p:cNvPr>
          <p:cNvSpPr/>
          <p:nvPr/>
        </p:nvSpPr>
        <p:spPr>
          <a:xfrm>
            <a:off x="10505670" y="1747291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6573693-186F-0962-2C25-468D9A3821BA}"/>
              </a:ext>
            </a:extLst>
          </p:cNvPr>
          <p:cNvSpPr/>
          <p:nvPr/>
        </p:nvSpPr>
        <p:spPr>
          <a:xfrm>
            <a:off x="523526" y="3442184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CF0183-919F-FCC6-7766-98862C0BC9E4}"/>
              </a:ext>
            </a:extLst>
          </p:cNvPr>
          <p:cNvSpPr/>
          <p:nvPr/>
        </p:nvSpPr>
        <p:spPr>
          <a:xfrm>
            <a:off x="1771294" y="3442184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C69F216-B0E5-803B-D9E6-38311AFCC3AC}"/>
              </a:ext>
            </a:extLst>
          </p:cNvPr>
          <p:cNvSpPr/>
          <p:nvPr/>
        </p:nvSpPr>
        <p:spPr>
          <a:xfrm>
            <a:off x="3019062" y="3442183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4E81FB-84E6-8BFD-348C-F59461E3640D}"/>
              </a:ext>
            </a:extLst>
          </p:cNvPr>
          <p:cNvSpPr/>
          <p:nvPr/>
        </p:nvSpPr>
        <p:spPr>
          <a:xfrm>
            <a:off x="4266830" y="3442182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7F9D313-D07D-5868-8024-D18EAFC99F4C}"/>
              </a:ext>
            </a:extLst>
          </p:cNvPr>
          <p:cNvSpPr/>
          <p:nvPr/>
        </p:nvSpPr>
        <p:spPr>
          <a:xfrm>
            <a:off x="5514598" y="3442181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9B6C8D0-8206-7C74-B45B-097E91DD7ECE}"/>
              </a:ext>
            </a:extLst>
          </p:cNvPr>
          <p:cNvSpPr/>
          <p:nvPr/>
        </p:nvSpPr>
        <p:spPr>
          <a:xfrm>
            <a:off x="6762366" y="3442180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8291E61-44EA-1A25-0644-4AAEA5B720D2}"/>
              </a:ext>
            </a:extLst>
          </p:cNvPr>
          <p:cNvSpPr/>
          <p:nvPr/>
        </p:nvSpPr>
        <p:spPr>
          <a:xfrm>
            <a:off x="8010134" y="3442179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73ED789-043C-4303-A36E-3BA24C566131}"/>
              </a:ext>
            </a:extLst>
          </p:cNvPr>
          <p:cNvSpPr/>
          <p:nvPr/>
        </p:nvSpPr>
        <p:spPr>
          <a:xfrm>
            <a:off x="9257902" y="3442178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6F88015-854B-22FC-A808-8EB689F2429F}"/>
              </a:ext>
            </a:extLst>
          </p:cNvPr>
          <p:cNvSpPr/>
          <p:nvPr/>
        </p:nvSpPr>
        <p:spPr>
          <a:xfrm>
            <a:off x="10505670" y="3442177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0570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페인팅, 핑크, 예술, 벡터 그래픽이(가) 표시된 사진&#10;&#10;자동 생성된 설명">
            <a:extLst>
              <a:ext uri="{FF2B5EF4-FFF2-40B4-BE49-F238E27FC236}">
                <a16:creationId xmlns:a16="http://schemas.microsoft.com/office/drawing/2014/main" id="{A270BC9F-0716-250E-88E9-701B6FEF2B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89" b="32044"/>
          <a:stretch/>
        </p:blipFill>
        <p:spPr>
          <a:xfrm>
            <a:off x="-111512" y="-62727"/>
            <a:ext cx="12415024" cy="692072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74C929-FA0B-956C-004B-4418D2596999}"/>
              </a:ext>
            </a:extLst>
          </p:cNvPr>
          <p:cNvSpPr/>
          <p:nvPr/>
        </p:nvSpPr>
        <p:spPr>
          <a:xfrm rot="5400000">
            <a:off x="2635636" y="-2809874"/>
            <a:ext cx="6920727" cy="12415024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C4534-C24E-9D89-CFEE-7A6CA91B8DBB}"/>
              </a:ext>
            </a:extLst>
          </p:cNvPr>
          <p:cNvSpPr txBox="1"/>
          <p:nvPr/>
        </p:nvSpPr>
        <p:spPr>
          <a:xfrm>
            <a:off x="5021357" y="5297184"/>
            <a:ext cx="21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Coming Soon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9C978A86-DC52-BCF7-4D03-58BA366163FC}"/>
              </a:ext>
            </a:extLst>
          </p:cNvPr>
          <p:cNvSpPr/>
          <p:nvPr/>
        </p:nvSpPr>
        <p:spPr>
          <a:xfrm>
            <a:off x="7109840" y="3429000"/>
            <a:ext cx="3288633" cy="1572896"/>
          </a:xfrm>
          <a:custGeom>
            <a:avLst/>
            <a:gdLst/>
            <a:ahLst/>
            <a:cxnLst/>
            <a:rect l="l" t="t" r="r" b="b"/>
            <a:pathLst>
              <a:path w="5759272" h="2757251">
                <a:moveTo>
                  <a:pt x="0" y="0"/>
                </a:moveTo>
                <a:lnTo>
                  <a:pt x="5759272" y="0"/>
                </a:lnTo>
                <a:lnTo>
                  <a:pt x="5759272" y="2757252"/>
                </a:lnTo>
                <a:lnTo>
                  <a:pt x="0" y="2757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98"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41708-0D0C-3A7A-0A16-72303E68000B}"/>
              </a:ext>
            </a:extLst>
          </p:cNvPr>
          <p:cNvSpPr txBox="1"/>
          <p:nvPr/>
        </p:nvSpPr>
        <p:spPr>
          <a:xfrm>
            <a:off x="2807368" y="1964643"/>
            <a:ext cx="67599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dirty="0">
                <a:solidFill>
                  <a:srgbClr val="F8BF30"/>
                </a:solidFill>
                <a:latin typeface="Bodoni MT" panose="02070603080606020203" pitchFamily="18" charset="0"/>
                <a:ea typeface="페이퍼로지 9 Black" pitchFamily="2" charset="-127"/>
              </a:rPr>
              <a:t>LUCKY DRAW</a:t>
            </a:r>
            <a:endParaRPr lang="ko-KR" altLang="en-US" sz="8000" b="1" dirty="0">
              <a:solidFill>
                <a:srgbClr val="F8BF30"/>
              </a:solidFill>
              <a:latin typeface="Bodoni MT" panose="02070603080606020203" pitchFamily="18" charset="0"/>
              <a:ea typeface="페이퍼로지 9 Black" pitchFamily="2" charset="-127"/>
            </a:endParaRPr>
          </a:p>
        </p:txBody>
      </p:sp>
      <p:pic>
        <p:nvPicPr>
          <p:cNvPr id="13" name="Picture 0">
            <a:extLst>
              <a:ext uri="{FF2B5EF4-FFF2-40B4-BE49-F238E27FC236}">
                <a16:creationId xmlns:a16="http://schemas.microsoft.com/office/drawing/2014/main" id="{100BDA23-667C-597A-E164-396ADD0F4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3888" y="199602"/>
            <a:ext cx="2585704" cy="175394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E5EB4DA1-9093-4AE1-A09C-2FBA2CACF453}"/>
              </a:ext>
            </a:extLst>
          </p:cNvPr>
          <p:cNvGrpSpPr/>
          <p:nvPr/>
        </p:nvGrpSpPr>
        <p:grpSpPr>
          <a:xfrm>
            <a:off x="7109840" y="266066"/>
            <a:ext cx="4458272" cy="872204"/>
            <a:chOff x="3866864" y="837824"/>
            <a:chExt cx="4458272" cy="872204"/>
          </a:xfrm>
          <a:noFill/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A310F9-CBAA-CB2F-2420-AEC29AD8E795}"/>
                </a:ext>
              </a:extLst>
            </p:cNvPr>
            <p:cNvSpPr txBox="1"/>
            <p:nvPr/>
          </p:nvSpPr>
          <p:spPr>
            <a:xfrm>
              <a:off x="3866864" y="837824"/>
              <a:ext cx="4458272" cy="52322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이룬 성과</a:t>
              </a:r>
              <a:r>
                <a:rPr lang="en-US" altLang="ko-KR" sz="2800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2800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여는 미래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435B8C-70C2-1C53-A1D5-A2DC100F5A38}"/>
                </a:ext>
              </a:extLst>
            </p:cNvPr>
            <p:cNvSpPr txBox="1"/>
            <p:nvPr/>
          </p:nvSpPr>
          <p:spPr>
            <a:xfrm>
              <a:off x="4683594" y="1340696"/>
              <a:ext cx="28248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 </a:t>
              </a:r>
              <a:r>
                <a:rPr lang="ko-KR" altLang="en-US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교직원을 위한 감사콘서트 </a:t>
              </a:r>
              <a:r>
                <a:rPr lang="en-US" altLang="ko-KR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</a:t>
              </a:r>
              <a:endParaRPr lang="ko-KR" altLang="en-US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02FF5EEB-CACD-2F4D-41DF-EBBE5EC27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54434" y="8686053"/>
            <a:ext cx="6923400" cy="1381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0ACF358B-BE3A-165D-FE63-6D8D89A06B09}"/>
              </a:ext>
            </a:extLst>
          </p:cNvPr>
          <p:cNvSpPr/>
          <p:nvPr/>
        </p:nvSpPr>
        <p:spPr>
          <a:xfrm>
            <a:off x="2643055" y="3619323"/>
            <a:ext cx="3288633" cy="1572896"/>
          </a:xfrm>
          <a:custGeom>
            <a:avLst/>
            <a:gdLst/>
            <a:ahLst/>
            <a:cxnLst/>
            <a:rect l="l" t="t" r="r" b="b"/>
            <a:pathLst>
              <a:path w="5759272" h="2757251">
                <a:moveTo>
                  <a:pt x="0" y="0"/>
                </a:moveTo>
                <a:lnTo>
                  <a:pt x="5759272" y="0"/>
                </a:lnTo>
                <a:lnTo>
                  <a:pt x="5759272" y="2757252"/>
                </a:lnTo>
                <a:lnTo>
                  <a:pt x="0" y="27572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286FDC56-8E28-5111-C9BC-492CE3BF3F87}"/>
              </a:ext>
            </a:extLst>
          </p:cNvPr>
          <p:cNvSpPr/>
          <p:nvPr/>
        </p:nvSpPr>
        <p:spPr>
          <a:xfrm>
            <a:off x="3821206" y="351822"/>
            <a:ext cx="3288633" cy="1572896"/>
          </a:xfrm>
          <a:custGeom>
            <a:avLst/>
            <a:gdLst/>
            <a:ahLst/>
            <a:cxnLst/>
            <a:rect l="l" t="t" r="r" b="b"/>
            <a:pathLst>
              <a:path w="5759272" h="2757251">
                <a:moveTo>
                  <a:pt x="0" y="0"/>
                </a:moveTo>
                <a:lnTo>
                  <a:pt x="5759272" y="0"/>
                </a:lnTo>
                <a:lnTo>
                  <a:pt x="5759272" y="2757252"/>
                </a:lnTo>
                <a:lnTo>
                  <a:pt x="0" y="2757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98"/>
            </a:stretch>
          </a:blipFill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4709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4449-282C-6625-B91A-43F16EBA1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페인팅, 핑크, 예술, 벡터 그래픽이(가) 표시된 사진&#10;&#10;자동 생성된 설명">
            <a:extLst>
              <a:ext uri="{FF2B5EF4-FFF2-40B4-BE49-F238E27FC236}">
                <a16:creationId xmlns:a16="http://schemas.microsoft.com/office/drawing/2014/main" id="{FDC43C1E-C833-D200-F193-2F088EB89E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89" b="32044"/>
          <a:stretch/>
        </p:blipFill>
        <p:spPr>
          <a:xfrm>
            <a:off x="-111512" y="-62727"/>
            <a:ext cx="12415024" cy="692072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8535AB-29E9-7A75-8311-E0CD16BC9ADD}"/>
              </a:ext>
            </a:extLst>
          </p:cNvPr>
          <p:cNvSpPr/>
          <p:nvPr/>
        </p:nvSpPr>
        <p:spPr>
          <a:xfrm rot="5400000">
            <a:off x="2635636" y="-2809874"/>
            <a:ext cx="6920727" cy="12415024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9FF02-02D0-383C-D759-8437C400CDD7}"/>
              </a:ext>
            </a:extLst>
          </p:cNvPr>
          <p:cNvSpPr txBox="1"/>
          <p:nvPr/>
        </p:nvSpPr>
        <p:spPr>
          <a:xfrm>
            <a:off x="5021357" y="5297184"/>
            <a:ext cx="21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Coming Soon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E2F6542-A405-FEAC-7C9E-FCA7848CB372}"/>
              </a:ext>
            </a:extLst>
          </p:cNvPr>
          <p:cNvGrpSpPr/>
          <p:nvPr/>
        </p:nvGrpSpPr>
        <p:grpSpPr>
          <a:xfrm>
            <a:off x="2807368" y="3299183"/>
            <a:ext cx="6577265" cy="1572896"/>
            <a:chOff x="2807368" y="4159299"/>
            <a:chExt cx="6577265" cy="157289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890E753-2366-0B82-CD55-8331D52A02B0}"/>
                </a:ext>
              </a:extLst>
            </p:cNvPr>
            <p:cNvGrpSpPr/>
            <p:nvPr/>
          </p:nvGrpSpPr>
          <p:grpSpPr>
            <a:xfrm>
              <a:off x="2807368" y="4159299"/>
              <a:ext cx="6577265" cy="1572896"/>
              <a:chOff x="2938913" y="4159299"/>
              <a:chExt cx="6577265" cy="1572896"/>
            </a:xfrm>
          </p:grpSpPr>
          <p:sp>
            <p:nvSpPr>
              <p:cNvPr id="10" name="Freeform 2">
                <a:extLst>
                  <a:ext uri="{FF2B5EF4-FFF2-40B4-BE49-F238E27FC236}">
                    <a16:creationId xmlns:a16="http://schemas.microsoft.com/office/drawing/2014/main" id="{769D0F74-1F6C-6A7F-B6E1-DD8F8B081499}"/>
                  </a:ext>
                </a:extLst>
              </p:cNvPr>
              <p:cNvSpPr/>
              <p:nvPr/>
            </p:nvSpPr>
            <p:spPr>
              <a:xfrm>
                <a:off x="293891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r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Freeform 2">
                <a:extLst>
                  <a:ext uri="{FF2B5EF4-FFF2-40B4-BE49-F238E27FC236}">
                    <a16:creationId xmlns:a16="http://schemas.microsoft.com/office/drawing/2014/main" id="{71F38C2E-C893-188B-80C1-5DC5DCEC2EFF}"/>
                  </a:ext>
                </a:extLst>
              </p:cNvPr>
              <p:cNvSpPr/>
              <p:nvPr/>
            </p:nvSpPr>
            <p:spPr>
              <a:xfrm>
                <a:off x="8714073" y="4159299"/>
                <a:ext cx="802105" cy="1572896"/>
              </a:xfrm>
              <a:custGeom>
                <a:avLst/>
                <a:gdLst/>
                <a:ahLst/>
                <a:cxnLst/>
                <a:rect l="l" t="t" r="r" b="b"/>
                <a:pathLst>
                  <a:path w="5759272" h="2757251">
                    <a:moveTo>
                      <a:pt x="0" y="0"/>
                    </a:moveTo>
                    <a:lnTo>
                      <a:pt x="5759272" y="0"/>
                    </a:lnTo>
                    <a:lnTo>
                      <a:pt x="5759272" y="2757252"/>
                    </a:lnTo>
                    <a:lnTo>
                      <a:pt x="0" y="27572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309600"/>
                </a:stretch>
              </a:blipFill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23065A5-0FD3-BCCC-C8DF-BEAC0655C351}"/>
                </a:ext>
              </a:extLst>
            </p:cNvPr>
            <p:cNvSpPr/>
            <p:nvPr/>
          </p:nvSpPr>
          <p:spPr>
            <a:xfrm>
              <a:off x="3400927" y="4549467"/>
              <a:ext cx="5390147" cy="792561"/>
            </a:xfrm>
            <a:prstGeom prst="rect">
              <a:avLst/>
            </a:prstGeom>
            <a:solidFill>
              <a:srgbClr val="F5F7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0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롯데백화점 상품권</a:t>
              </a:r>
              <a:r>
                <a:rPr lang="en-US" altLang="ko-KR" sz="30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</a:t>
              </a:r>
              <a:r>
                <a:rPr lang="ko-KR" altLang="en-US" sz="3000" dirty="0" err="1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만원권</a:t>
              </a:r>
              <a:r>
                <a:rPr lang="en-US" altLang="ko-KR" sz="30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30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BAF95B9-37C5-CA26-2986-C202164882F8}"/>
              </a:ext>
            </a:extLst>
          </p:cNvPr>
          <p:cNvSpPr txBox="1"/>
          <p:nvPr/>
        </p:nvSpPr>
        <p:spPr>
          <a:xfrm>
            <a:off x="2807368" y="1964643"/>
            <a:ext cx="67599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dirty="0">
                <a:solidFill>
                  <a:srgbClr val="F8BF30"/>
                </a:solidFill>
                <a:latin typeface="Bodoni MT" panose="02070603080606020203" pitchFamily="18" charset="0"/>
                <a:ea typeface="페이퍼로지 9 Black" pitchFamily="2" charset="-127"/>
              </a:rPr>
              <a:t>LUCKY DRAW</a:t>
            </a:r>
            <a:endParaRPr lang="ko-KR" altLang="en-US" sz="8000" b="1" dirty="0">
              <a:solidFill>
                <a:srgbClr val="F8BF30"/>
              </a:solidFill>
              <a:latin typeface="Bodoni MT" panose="02070603080606020203" pitchFamily="18" charset="0"/>
              <a:ea typeface="페이퍼로지 9 Black" pitchFamily="2" charset="-127"/>
            </a:endParaRPr>
          </a:p>
        </p:txBody>
      </p:sp>
      <p:pic>
        <p:nvPicPr>
          <p:cNvPr id="13" name="Picture 0">
            <a:extLst>
              <a:ext uri="{FF2B5EF4-FFF2-40B4-BE49-F238E27FC236}">
                <a16:creationId xmlns:a16="http://schemas.microsoft.com/office/drawing/2014/main" id="{AF3C0BDB-2E03-4331-A169-3AEC90C5A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458530" y="4751852"/>
            <a:ext cx="2585704" cy="175394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3BC6F2A4-8A47-CB6B-9692-B2CD3F53A0B1}"/>
              </a:ext>
            </a:extLst>
          </p:cNvPr>
          <p:cNvGrpSpPr/>
          <p:nvPr/>
        </p:nvGrpSpPr>
        <p:grpSpPr>
          <a:xfrm>
            <a:off x="7109840" y="266066"/>
            <a:ext cx="4458272" cy="872204"/>
            <a:chOff x="3866864" y="837824"/>
            <a:chExt cx="4458272" cy="872204"/>
          </a:xfrm>
          <a:noFill/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434FA0-96E5-DA36-68D6-4BB14D5E912C}"/>
                </a:ext>
              </a:extLst>
            </p:cNvPr>
            <p:cNvSpPr txBox="1"/>
            <p:nvPr/>
          </p:nvSpPr>
          <p:spPr>
            <a:xfrm>
              <a:off x="3866864" y="837824"/>
              <a:ext cx="4458272" cy="52322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이룬 성과</a:t>
              </a:r>
              <a:r>
                <a:rPr lang="en-US" altLang="ko-KR" sz="2800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2800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함께 여는 미래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84A5E6-4563-6773-8A91-D84B1D8CDABE}"/>
                </a:ext>
              </a:extLst>
            </p:cNvPr>
            <p:cNvSpPr txBox="1"/>
            <p:nvPr/>
          </p:nvSpPr>
          <p:spPr>
            <a:xfrm>
              <a:off x="4683594" y="1340696"/>
              <a:ext cx="28248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 </a:t>
              </a:r>
              <a:r>
                <a:rPr lang="ko-KR" altLang="en-US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교직원을 위한 감사콘서트 </a:t>
              </a:r>
              <a:r>
                <a:rPr lang="en-US" altLang="ko-KR" dirty="0">
                  <a:latin typeface="페이퍼로지 4 Regular" pitchFamily="2" charset="-127"/>
                  <a:ea typeface="페이퍼로지 4 Regular" pitchFamily="2" charset="-127"/>
                  <a:cs typeface="Pretendard" panose="02000503000000020004" pitchFamily="2" charset="-127"/>
                </a:rPr>
                <a:t>-</a:t>
              </a:r>
              <a:endParaRPr lang="ko-KR" altLang="en-US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E5DF8288-851A-F77B-8092-EE3E46888B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4434" y="8686053"/>
            <a:ext cx="6923400" cy="138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3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39CF3-4CC3-99F3-F4E1-12388509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페인팅, 핑크, 예술, 벡터 그래픽이(가) 표시된 사진&#10;&#10;자동 생성된 설명">
            <a:extLst>
              <a:ext uri="{FF2B5EF4-FFF2-40B4-BE49-F238E27FC236}">
                <a16:creationId xmlns:a16="http://schemas.microsoft.com/office/drawing/2014/main" id="{47A8B841-8B1E-4BF3-BD81-CDEB01F6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2" b="5065"/>
          <a:stretch/>
        </p:blipFill>
        <p:spPr>
          <a:xfrm>
            <a:off x="-111512" y="0"/>
            <a:ext cx="12415024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AD49CD1-102C-D157-7F77-400145E6B740}"/>
              </a:ext>
            </a:extLst>
          </p:cNvPr>
          <p:cNvSpPr/>
          <p:nvPr/>
        </p:nvSpPr>
        <p:spPr>
          <a:xfrm rot="5400000">
            <a:off x="2666998" y="-2778511"/>
            <a:ext cx="6858001" cy="1241502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4E2820-D7A2-33C1-1C57-4D21EE79B060}"/>
              </a:ext>
            </a:extLst>
          </p:cNvPr>
          <p:cNvSpPr/>
          <p:nvPr/>
        </p:nvSpPr>
        <p:spPr>
          <a:xfrm rot="10800000">
            <a:off x="-111514" y="2364061"/>
            <a:ext cx="12415024" cy="449394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" name="Picture 0">
            <a:extLst>
              <a:ext uri="{FF2B5EF4-FFF2-40B4-BE49-F238E27FC236}">
                <a16:creationId xmlns:a16="http://schemas.microsoft.com/office/drawing/2014/main" id="{C90B2DF2-A308-6D2A-A956-1F2B0BA6B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1491" y="-1303782"/>
            <a:ext cx="1012074" cy="68651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660B99-244A-BDE1-2A4C-B16E8BBB168A}"/>
              </a:ext>
            </a:extLst>
          </p:cNvPr>
          <p:cNvSpPr/>
          <p:nvPr/>
        </p:nvSpPr>
        <p:spPr>
          <a:xfrm>
            <a:off x="784529" y="2877328"/>
            <a:ext cx="10622943" cy="33634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AC466E7-AFB7-7DF7-D409-CB6E1A6A6A5C}"/>
              </a:ext>
            </a:extLst>
          </p:cNvPr>
          <p:cNvCxnSpPr/>
          <p:nvPr/>
        </p:nvCxnSpPr>
        <p:spPr>
          <a:xfrm>
            <a:off x="1606163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9488C94-315F-0AD4-70A7-14EF006097F8}"/>
              </a:ext>
            </a:extLst>
          </p:cNvPr>
          <p:cNvCxnSpPr/>
          <p:nvPr/>
        </p:nvCxnSpPr>
        <p:spPr>
          <a:xfrm>
            <a:off x="2597868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F605DE7-A8F1-32A7-72A5-AEA00A95BD5C}"/>
              </a:ext>
            </a:extLst>
          </p:cNvPr>
          <p:cNvCxnSpPr/>
          <p:nvPr/>
        </p:nvCxnSpPr>
        <p:spPr>
          <a:xfrm>
            <a:off x="3589573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5EAFC2A-D349-34C9-8434-C6ECAC00C205}"/>
              </a:ext>
            </a:extLst>
          </p:cNvPr>
          <p:cNvCxnSpPr/>
          <p:nvPr/>
        </p:nvCxnSpPr>
        <p:spPr>
          <a:xfrm>
            <a:off x="4581278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58679A2-5A29-1397-6562-ED308C5AF762}"/>
              </a:ext>
            </a:extLst>
          </p:cNvPr>
          <p:cNvCxnSpPr/>
          <p:nvPr/>
        </p:nvCxnSpPr>
        <p:spPr>
          <a:xfrm>
            <a:off x="5572983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D3633D0-2398-4518-42E5-887C8D4D2834}"/>
              </a:ext>
            </a:extLst>
          </p:cNvPr>
          <p:cNvCxnSpPr/>
          <p:nvPr/>
        </p:nvCxnSpPr>
        <p:spPr>
          <a:xfrm>
            <a:off x="6564688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533CC5-4371-BDAD-30BE-4774C4A6C074}"/>
              </a:ext>
            </a:extLst>
          </p:cNvPr>
          <p:cNvCxnSpPr/>
          <p:nvPr/>
        </p:nvCxnSpPr>
        <p:spPr>
          <a:xfrm>
            <a:off x="7556393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C75BCF8-38B5-5CA1-80EF-ABF4A787620D}"/>
              </a:ext>
            </a:extLst>
          </p:cNvPr>
          <p:cNvCxnSpPr/>
          <p:nvPr/>
        </p:nvCxnSpPr>
        <p:spPr>
          <a:xfrm>
            <a:off x="8548098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DB22516-641A-23DD-0C22-BE96B839551E}"/>
              </a:ext>
            </a:extLst>
          </p:cNvPr>
          <p:cNvCxnSpPr/>
          <p:nvPr/>
        </p:nvCxnSpPr>
        <p:spPr>
          <a:xfrm>
            <a:off x="9539803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46D4171-8C08-A5BA-7178-6C037DD5F3D6}"/>
              </a:ext>
            </a:extLst>
          </p:cNvPr>
          <p:cNvCxnSpPr/>
          <p:nvPr/>
        </p:nvCxnSpPr>
        <p:spPr>
          <a:xfrm>
            <a:off x="10531507" y="3409329"/>
            <a:ext cx="0" cy="2552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0D6B4CE-7BDD-3203-638A-FD636B7CB02E}"/>
              </a:ext>
            </a:extLst>
          </p:cNvPr>
          <p:cNvSpPr txBox="1"/>
          <p:nvPr/>
        </p:nvSpPr>
        <p:spPr>
          <a:xfrm>
            <a:off x="880533" y="2953159"/>
            <a:ext cx="226536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참여자 명부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소속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14E191FD-2317-0906-40D8-7CB599497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69215" y="-2280282"/>
            <a:ext cx="2924583" cy="216247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657635F-6C7E-0241-1A14-065BCDBC7CD7}"/>
              </a:ext>
            </a:extLst>
          </p:cNvPr>
          <p:cNvSpPr/>
          <p:nvPr/>
        </p:nvSpPr>
        <p:spPr>
          <a:xfrm>
            <a:off x="4418388" y="2203515"/>
            <a:ext cx="335522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411755-CC56-9602-D482-4DECB1FA2CD1}"/>
              </a:ext>
            </a:extLst>
          </p:cNvPr>
          <p:cNvSpPr/>
          <p:nvPr/>
        </p:nvSpPr>
        <p:spPr>
          <a:xfrm>
            <a:off x="8052247" y="2203515"/>
            <a:ext cx="335522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1936D8-4922-D73B-ED55-2625AA90B82F}"/>
              </a:ext>
            </a:extLst>
          </p:cNvPr>
          <p:cNvSpPr txBox="1"/>
          <p:nvPr/>
        </p:nvSpPr>
        <p:spPr>
          <a:xfrm>
            <a:off x="5349642" y="2293886"/>
            <a:ext cx="149271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당첨자 수 셋팅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6699E-D91B-6432-C485-3D4ABFC5F292}"/>
              </a:ext>
            </a:extLst>
          </p:cNvPr>
          <p:cNvSpPr txBox="1"/>
          <p:nvPr/>
        </p:nvSpPr>
        <p:spPr>
          <a:xfrm>
            <a:off x="8982859" y="2293886"/>
            <a:ext cx="1494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FDCE30-C6DC-0818-39A8-662DBA1C62CB}"/>
              </a:ext>
            </a:extLst>
          </p:cNvPr>
          <p:cNvSpPr/>
          <p:nvPr/>
        </p:nvSpPr>
        <p:spPr>
          <a:xfrm>
            <a:off x="755339" y="2203515"/>
            <a:ext cx="335522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24C14E-9F23-46D9-ECE6-EAEAA2E78BE4}"/>
              </a:ext>
            </a:extLst>
          </p:cNvPr>
          <p:cNvSpPr txBox="1"/>
          <p:nvPr/>
        </p:nvSpPr>
        <p:spPr>
          <a:xfrm>
            <a:off x="1814833" y="2293886"/>
            <a:ext cx="123623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참여자 등록</a:t>
            </a:r>
          </a:p>
        </p:txBody>
      </p:sp>
    </p:spTree>
    <p:extLst>
      <p:ext uri="{BB962C8B-B14F-4D97-AF65-F5344CB8AC3E}">
        <p14:creationId xmlns:p14="http://schemas.microsoft.com/office/powerpoint/2010/main" val="3736203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0FB00-3F09-1083-FA29-4FF27B7B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페인팅, 핑크, 예술, 벡터 그래픽이(가) 표시된 사진&#10;&#10;자동 생성된 설명">
            <a:extLst>
              <a:ext uri="{FF2B5EF4-FFF2-40B4-BE49-F238E27FC236}">
                <a16:creationId xmlns:a16="http://schemas.microsoft.com/office/drawing/2014/main" id="{D33FA7AF-DE2F-8844-ED9D-51CD77DBB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2" b="5065"/>
          <a:stretch/>
        </p:blipFill>
        <p:spPr>
          <a:xfrm>
            <a:off x="-111512" y="0"/>
            <a:ext cx="12415024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EC863E8-C885-C812-7EF1-30D905FA0B2C}"/>
              </a:ext>
            </a:extLst>
          </p:cNvPr>
          <p:cNvSpPr/>
          <p:nvPr/>
        </p:nvSpPr>
        <p:spPr>
          <a:xfrm rot="5400000">
            <a:off x="2666998" y="-2778511"/>
            <a:ext cx="6858001" cy="1241502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C181FF-9698-E353-0949-DAFDC38B2F1A}"/>
              </a:ext>
            </a:extLst>
          </p:cNvPr>
          <p:cNvSpPr/>
          <p:nvPr/>
        </p:nvSpPr>
        <p:spPr>
          <a:xfrm rot="10800000">
            <a:off x="-111514" y="2364061"/>
            <a:ext cx="12415024" cy="449394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4" name="Picture 0">
            <a:extLst>
              <a:ext uri="{FF2B5EF4-FFF2-40B4-BE49-F238E27FC236}">
                <a16:creationId xmlns:a16="http://schemas.microsoft.com/office/drawing/2014/main" id="{073C84FF-434B-7E03-BAC0-EBB6FFEFE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9302" y="238115"/>
            <a:ext cx="1012074" cy="68651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DBE7123-6C1F-39E9-CBE5-5C3726093DE3}"/>
              </a:ext>
            </a:extLst>
          </p:cNvPr>
          <p:cNvSpPr/>
          <p:nvPr/>
        </p:nvSpPr>
        <p:spPr>
          <a:xfrm>
            <a:off x="784530" y="5241897"/>
            <a:ext cx="441400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C88245-1D18-995A-7F62-D7E37D97B126}"/>
              </a:ext>
            </a:extLst>
          </p:cNvPr>
          <p:cNvSpPr/>
          <p:nvPr/>
        </p:nvSpPr>
        <p:spPr>
          <a:xfrm>
            <a:off x="6993468" y="5241897"/>
            <a:ext cx="4414004" cy="5560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EF725-14D3-71F4-0287-01A629FC91F2}"/>
              </a:ext>
            </a:extLst>
          </p:cNvPr>
          <p:cNvSpPr txBox="1"/>
          <p:nvPr/>
        </p:nvSpPr>
        <p:spPr>
          <a:xfrm>
            <a:off x="2245174" y="5332268"/>
            <a:ext cx="149271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카드 오픈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799DE-B918-BC0C-976E-D2D1FC1FFB57}"/>
              </a:ext>
            </a:extLst>
          </p:cNvPr>
          <p:cNvSpPr txBox="1"/>
          <p:nvPr/>
        </p:nvSpPr>
        <p:spPr>
          <a:xfrm>
            <a:off x="8453470" y="5332268"/>
            <a:ext cx="149400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초기화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22F51A-BABE-F072-A93D-747428B00610}"/>
              </a:ext>
            </a:extLst>
          </p:cNvPr>
          <p:cNvSpPr/>
          <p:nvPr/>
        </p:nvSpPr>
        <p:spPr>
          <a:xfrm>
            <a:off x="523526" y="1747299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홍길동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교무과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226BDC-BB89-0354-E595-A614A5A56F58}"/>
              </a:ext>
            </a:extLst>
          </p:cNvPr>
          <p:cNvSpPr/>
          <p:nvPr/>
        </p:nvSpPr>
        <p:spPr>
          <a:xfrm>
            <a:off x="1771294" y="1747298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335CF4-1365-485B-F94C-A168E419D1BF}"/>
              </a:ext>
            </a:extLst>
          </p:cNvPr>
          <p:cNvSpPr/>
          <p:nvPr/>
        </p:nvSpPr>
        <p:spPr>
          <a:xfrm>
            <a:off x="3019062" y="1747297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557232-BF65-E3CF-1CE5-93888A1A8A38}"/>
              </a:ext>
            </a:extLst>
          </p:cNvPr>
          <p:cNvSpPr/>
          <p:nvPr/>
        </p:nvSpPr>
        <p:spPr>
          <a:xfrm>
            <a:off x="4266830" y="1747296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0A9107-AA83-F74B-2E7F-D8DE92185666}"/>
              </a:ext>
            </a:extLst>
          </p:cNvPr>
          <p:cNvSpPr/>
          <p:nvPr/>
        </p:nvSpPr>
        <p:spPr>
          <a:xfrm>
            <a:off x="5514598" y="1747295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3D5762F-1D68-8807-C144-430635CC3420}"/>
              </a:ext>
            </a:extLst>
          </p:cNvPr>
          <p:cNvSpPr/>
          <p:nvPr/>
        </p:nvSpPr>
        <p:spPr>
          <a:xfrm>
            <a:off x="6762366" y="1747294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AA39239-220B-A6E3-C8F6-10D23D1FBB3B}"/>
              </a:ext>
            </a:extLst>
          </p:cNvPr>
          <p:cNvSpPr/>
          <p:nvPr/>
        </p:nvSpPr>
        <p:spPr>
          <a:xfrm>
            <a:off x="8010134" y="1747293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5A0C863-64CD-66C5-751E-49773192206A}"/>
              </a:ext>
            </a:extLst>
          </p:cNvPr>
          <p:cNvSpPr/>
          <p:nvPr/>
        </p:nvSpPr>
        <p:spPr>
          <a:xfrm>
            <a:off x="9257902" y="1747292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E1A01A-57B7-56C4-B4E4-705F6CBB71F5}"/>
              </a:ext>
            </a:extLst>
          </p:cNvPr>
          <p:cNvSpPr/>
          <p:nvPr/>
        </p:nvSpPr>
        <p:spPr>
          <a:xfrm>
            <a:off x="10505670" y="1747291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62E0B6D-2268-3A30-AE99-AE892F8E79F5}"/>
              </a:ext>
            </a:extLst>
          </p:cNvPr>
          <p:cNvSpPr/>
          <p:nvPr/>
        </p:nvSpPr>
        <p:spPr>
          <a:xfrm>
            <a:off x="523526" y="3442184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D59337D-B81E-68B5-2C76-6AF8DEF905D2}"/>
              </a:ext>
            </a:extLst>
          </p:cNvPr>
          <p:cNvSpPr/>
          <p:nvPr/>
        </p:nvSpPr>
        <p:spPr>
          <a:xfrm>
            <a:off x="1771294" y="3442184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B493C1E-0408-A73D-6EAE-167B7FAB8C07}"/>
              </a:ext>
            </a:extLst>
          </p:cNvPr>
          <p:cNvSpPr/>
          <p:nvPr/>
        </p:nvSpPr>
        <p:spPr>
          <a:xfrm>
            <a:off x="3019062" y="3442183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757428E-841E-1E7E-58F1-F1CD7DE15C16}"/>
              </a:ext>
            </a:extLst>
          </p:cNvPr>
          <p:cNvSpPr/>
          <p:nvPr/>
        </p:nvSpPr>
        <p:spPr>
          <a:xfrm>
            <a:off x="4266830" y="3442182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64CFA1E-6DC5-EA7D-9FB8-68C523402DE7}"/>
              </a:ext>
            </a:extLst>
          </p:cNvPr>
          <p:cNvSpPr/>
          <p:nvPr/>
        </p:nvSpPr>
        <p:spPr>
          <a:xfrm>
            <a:off x="5514598" y="3442181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67512A0-8090-F431-3875-44DBBECE276F}"/>
              </a:ext>
            </a:extLst>
          </p:cNvPr>
          <p:cNvSpPr/>
          <p:nvPr/>
        </p:nvSpPr>
        <p:spPr>
          <a:xfrm>
            <a:off x="6762366" y="3442180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49D4A56-D257-EB86-FAB4-3304A46EF3C5}"/>
              </a:ext>
            </a:extLst>
          </p:cNvPr>
          <p:cNvSpPr/>
          <p:nvPr/>
        </p:nvSpPr>
        <p:spPr>
          <a:xfrm>
            <a:off x="8010134" y="3442179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7098C3F-E6FA-E151-A17B-DCD7A9C8A943}"/>
              </a:ext>
            </a:extLst>
          </p:cNvPr>
          <p:cNvSpPr/>
          <p:nvPr/>
        </p:nvSpPr>
        <p:spPr>
          <a:xfrm>
            <a:off x="9257902" y="3442178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8D57DD8-E6FD-E512-BBFA-BDB1FBCD5AB6}"/>
              </a:ext>
            </a:extLst>
          </p:cNvPr>
          <p:cNvSpPr/>
          <p:nvPr/>
        </p:nvSpPr>
        <p:spPr>
          <a:xfrm>
            <a:off x="10505670" y="3442177"/>
            <a:ext cx="1162804" cy="1612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CA1AAF-0D10-05D9-6C30-5D22D800045D}"/>
              </a:ext>
            </a:extLst>
          </p:cNvPr>
          <p:cNvSpPr txBox="1"/>
          <p:nvPr/>
        </p:nvSpPr>
        <p:spPr>
          <a:xfrm>
            <a:off x="4756121" y="715351"/>
            <a:ext cx="69731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0" b="1" dirty="0">
                <a:latin typeface="Brush Script Std" panose="03060802040607070404" pitchFamily="66" charset="0"/>
              </a:rPr>
              <a:t>Congratulations!</a:t>
            </a:r>
            <a:endParaRPr lang="ko-KR" altLang="en-US" sz="8000" b="1" dirty="0">
              <a:latin typeface="Brush Script Std" panose="0306080204060707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44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D435BB-16A2-7634-BF14-85DC01469252}"/>
              </a:ext>
            </a:extLst>
          </p:cNvPr>
          <p:cNvSpPr/>
          <p:nvPr/>
        </p:nvSpPr>
        <p:spPr>
          <a:xfrm>
            <a:off x="1810871" y="878541"/>
            <a:ext cx="9932894" cy="57374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F7EAC0-9E17-0601-B850-93FE682D8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3" y="1154388"/>
            <a:ext cx="3849742" cy="11628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A05824-ABBF-8FBB-1BEE-D998F3CF6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745" y="1718868"/>
            <a:ext cx="5593976" cy="5983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CF6F05-414D-EDE9-58BE-A0A181278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522" y="2317214"/>
            <a:ext cx="6372956" cy="380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2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D5781-6DA4-4BDD-B60B-8C78746AD2CE}">
  <we:reference id="wa200010001" version="1.0.0.0" store="en-US" storeType="OMEX"/>
  <we:alternateReferences>
    <we:reference id="WA200010001" version="1.0.0.0" store="" storeType="OMEX"/>
  </we:alternateReferences>
  <we:properties>
    <we:property name="claude.fileId" value="&quot;cd5102fa-7294-426f-aee5-8759fd2375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241</Words>
  <Application>Microsoft Office PowerPoint</Application>
  <PresentationFormat>와이드스크린</PresentationFormat>
  <Paragraphs>64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Kozuka Mincho Pro M</vt:lpstr>
      <vt:lpstr>Pretendard</vt:lpstr>
      <vt:lpstr>Pretendard Black</vt:lpstr>
      <vt:lpstr>맑은 고딕</vt:lpstr>
      <vt:lpstr>페이퍼로지 4 Regular</vt:lpstr>
      <vt:lpstr>Arial</vt:lpstr>
      <vt:lpstr>Bodoni MT</vt:lpstr>
      <vt:lpstr>Brush Script Std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탁규만</dc:creator>
  <cp:lastModifiedBy>탁규만</cp:lastModifiedBy>
  <cp:revision>7</cp:revision>
  <dcterms:created xsi:type="dcterms:W3CDTF">2026-06-09T04:29:27Z</dcterms:created>
  <dcterms:modified xsi:type="dcterms:W3CDTF">2026-06-11T08:16:38Z</dcterms:modified>
</cp:coreProperties>
</file>