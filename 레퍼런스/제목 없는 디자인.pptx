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113000" cy="21374100"/>
  <p:notesSz cx="6858000" cy="9144000"/>
  <p:embeddedFontLst>
    <p:embeddedFont>
      <p:font typeface="Edinburgh" charset="1" panose="00000500000000000000"/>
      <p:regular r:id="rId7"/>
    </p:embeddedFont>
    <p:embeddedFont>
      <p:font typeface="Sistina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3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79248" y="13386879"/>
            <a:ext cx="5759272" cy="2757251"/>
          </a:xfrm>
          <a:custGeom>
            <a:avLst/>
            <a:gdLst/>
            <a:ahLst/>
            <a:cxnLst/>
            <a:rect r="r" b="b" t="t" l="l"/>
            <a:pathLst>
              <a:path h="2757251" w="5759272">
                <a:moveTo>
                  <a:pt x="0" y="0"/>
                </a:moveTo>
                <a:lnTo>
                  <a:pt x="5759272" y="0"/>
                </a:lnTo>
                <a:lnTo>
                  <a:pt x="5759272" y="2757252"/>
                </a:lnTo>
                <a:lnTo>
                  <a:pt x="0" y="275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2000" y="10479778"/>
            <a:ext cx="12096000" cy="2691360"/>
          </a:xfrm>
          <a:custGeom>
            <a:avLst/>
            <a:gdLst/>
            <a:ahLst/>
            <a:cxnLst/>
            <a:rect r="r" b="b" t="t" l="l"/>
            <a:pathLst>
              <a:path h="2691360" w="12096000">
                <a:moveTo>
                  <a:pt x="0" y="0"/>
                </a:moveTo>
                <a:lnTo>
                  <a:pt x="12096000" y="0"/>
                </a:lnTo>
                <a:lnTo>
                  <a:pt x="12096000" y="2691360"/>
                </a:lnTo>
                <a:lnTo>
                  <a:pt x="0" y="2691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888873" y="-409296"/>
            <a:ext cx="5249096" cy="9486319"/>
          </a:xfrm>
          <a:custGeom>
            <a:avLst/>
            <a:gdLst/>
            <a:ahLst/>
            <a:cxnLst/>
            <a:rect r="r" b="b" t="t" l="l"/>
            <a:pathLst>
              <a:path h="9486319" w="5249096">
                <a:moveTo>
                  <a:pt x="5249096" y="0"/>
                </a:moveTo>
                <a:lnTo>
                  <a:pt x="0" y="0"/>
                </a:lnTo>
                <a:lnTo>
                  <a:pt x="0" y="9486318"/>
                </a:lnTo>
                <a:lnTo>
                  <a:pt x="5249096" y="9486318"/>
                </a:lnTo>
                <a:lnTo>
                  <a:pt x="5249096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92124" y="-409296"/>
            <a:ext cx="4906897" cy="8867885"/>
          </a:xfrm>
          <a:custGeom>
            <a:avLst/>
            <a:gdLst/>
            <a:ahLst/>
            <a:cxnLst/>
            <a:rect r="r" b="b" t="t" l="l"/>
            <a:pathLst>
              <a:path h="8867885" w="4906897">
                <a:moveTo>
                  <a:pt x="0" y="0"/>
                </a:moveTo>
                <a:lnTo>
                  <a:pt x="4906897" y="0"/>
                </a:lnTo>
                <a:lnTo>
                  <a:pt x="4906897" y="8867885"/>
                </a:lnTo>
                <a:lnTo>
                  <a:pt x="0" y="8867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28895" y="3471879"/>
            <a:ext cx="9259978" cy="160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9"/>
              </a:lnSpc>
            </a:pPr>
            <a:r>
              <a:rPr lang="en-US" sz="9328">
                <a:solidFill>
                  <a:srgbClr val="FFFFFF"/>
                </a:solidFill>
                <a:latin typeface="Edinburgh"/>
                <a:ea typeface="Edinburgh"/>
                <a:cs typeface="Edinburgh"/>
                <a:sym typeface="Edinburgh"/>
              </a:rPr>
              <a:t>RAFFLE DRAW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56097" y="5863796"/>
            <a:ext cx="10805574" cy="440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83"/>
              </a:lnSpc>
            </a:pPr>
            <a:r>
              <a:rPr lang="en-US" sz="18046">
                <a:solidFill>
                  <a:srgbClr val="F8BF30"/>
                </a:solidFill>
                <a:latin typeface="Edinburgh"/>
                <a:ea typeface="Edinburgh"/>
                <a:cs typeface="Edinburgh"/>
                <a:sym typeface="Edinburgh"/>
              </a:rPr>
              <a:t>LUCKY WINNER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42496" y="10896478"/>
            <a:ext cx="10032776" cy="161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25"/>
              </a:lnSpc>
            </a:pPr>
            <a:r>
              <a:rPr lang="en-US" sz="8660">
                <a:solidFill>
                  <a:srgbClr val="131313"/>
                </a:solidFill>
                <a:latin typeface="Sistina"/>
                <a:ea typeface="Sistina"/>
                <a:cs typeface="Sistina"/>
                <a:sym typeface="Sistina"/>
              </a:rPr>
              <a:t>Daniel Woodley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88559" y="16201281"/>
            <a:ext cx="6740650" cy="113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25"/>
              </a:lnSpc>
            </a:pPr>
            <a:r>
              <a:rPr lang="en-US" sz="6089">
                <a:solidFill>
                  <a:srgbClr val="FFFFFF"/>
                </a:solidFill>
                <a:latin typeface="Sistina"/>
                <a:ea typeface="Sistina"/>
                <a:cs typeface="Sistina"/>
                <a:sym typeface="Sistina"/>
              </a:rPr>
              <a:t>Brand New Car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69652" y="19133818"/>
            <a:ext cx="7178464" cy="74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>
                <a:solidFill>
                  <a:srgbClr val="FFFFFF"/>
                </a:solidFill>
                <a:latin typeface="Sistina"/>
                <a:ea typeface="Sistina"/>
                <a:cs typeface="Sistina"/>
                <a:sym typeface="Sistina"/>
              </a:rPr>
              <a:t>www.re</a:t>
            </a:r>
            <a:r>
              <a:rPr lang="en-US" sz="3859">
                <a:solidFill>
                  <a:srgbClr val="FFFFFF"/>
                </a:solidFill>
                <a:latin typeface="Sistina"/>
                <a:ea typeface="Sistina"/>
                <a:cs typeface="Sistina"/>
                <a:sym typeface="Sistina"/>
              </a:rPr>
              <a:t>allygreatsite.com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69652" y="2088543"/>
            <a:ext cx="7178464" cy="740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3"/>
              </a:lnSpc>
            </a:pPr>
            <a:r>
              <a:rPr lang="en-US" sz="3859">
                <a:solidFill>
                  <a:srgbClr val="FFFFFF"/>
                </a:solidFill>
                <a:latin typeface="Sistina"/>
                <a:ea typeface="Sistina"/>
                <a:cs typeface="Sistina"/>
                <a:sym typeface="Sistina"/>
              </a:rPr>
              <a:t>Centr</a:t>
            </a:r>
            <a:r>
              <a:rPr lang="en-US" sz="3859">
                <a:solidFill>
                  <a:srgbClr val="FFFFFF"/>
                </a:solidFill>
                <a:latin typeface="Sistina"/>
                <a:ea typeface="Sistina"/>
                <a:cs typeface="Sistina"/>
                <a:sym typeface="Sistina"/>
              </a:rPr>
              <a:t>al Supply Co.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49273" y="17125528"/>
            <a:ext cx="8219221" cy="113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25"/>
              </a:lnSpc>
            </a:pPr>
            <a:r>
              <a:rPr lang="en-US" sz="6089">
                <a:solidFill>
                  <a:srgbClr val="FFFFFF"/>
                </a:solidFill>
                <a:latin typeface="Sistina"/>
                <a:ea typeface="Sistina"/>
                <a:cs typeface="Sistina"/>
                <a:sym typeface="Sistina"/>
              </a:rPr>
              <a:t>Grand Prize 2040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DAHMF1U31-s</dc:identifier>
  <dcterms:modified xsi:type="dcterms:W3CDTF">2011-08-01T06:04:30Z</dcterms:modified>
  <cp:revision>1</cp:revision>
</cp:coreProperties>
</file>